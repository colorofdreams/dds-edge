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1.xml" ContentType="application/vnd.openxmlformats-officedocument.drawingml.chart+xml"/>
  <Override PartName="/ppt/notesSlides/notesSlide8.xml" ContentType="application/vnd.openxmlformats-officedocument.presentationml.notesSlide+xml"/>
  <Override PartName="/ppt/charts/chart2.xml" ContentType="application/vnd.openxmlformats-officedocument.drawingml.chart+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rts/chart3.xml" ContentType="application/vnd.openxmlformats-officedocument.drawingml.chart+xml"/>
  <Override PartName="/ppt/notesSlides/notesSlide12.xml" ContentType="application/vnd.openxmlformats-officedocument.presentationml.notesSlide+xml"/>
  <Override PartName="/ppt/charts/chart4.xml" ContentType="application/vnd.openxmlformats-officedocument.drawingml.chart+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5"/>
  </p:notesMasterIdLst>
  <p:handoutMasterIdLst>
    <p:handoutMasterId r:id="rId16"/>
  </p:handoutMasterIdLst>
  <p:sldIdLst>
    <p:sldId id="256" r:id="rId2"/>
    <p:sldId id="257" r:id="rId3"/>
    <p:sldId id="258" r:id="rId4"/>
    <p:sldId id="259" r:id="rId5"/>
    <p:sldId id="260" r:id="rId6"/>
    <p:sldId id="261" r:id="rId7"/>
    <p:sldId id="273" r:id="rId8"/>
    <p:sldId id="262" r:id="rId9"/>
    <p:sldId id="272" r:id="rId10"/>
    <p:sldId id="268" r:id="rId11"/>
    <p:sldId id="269" r:id="rId12"/>
    <p:sldId id="271" r:id="rId13"/>
    <p:sldId id="274" r:id="rId14"/>
  </p:sldIdLst>
  <p:sldSz cx="12192000" cy="6858000"/>
  <p:notesSz cx="6797675" cy="992822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7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107" autoAdjust="0"/>
    <p:restoredTop sz="94660"/>
  </p:normalViewPr>
  <p:slideViewPr>
    <p:cSldViewPr snapToGrid="0" showGuides="1">
      <p:cViewPr varScale="1">
        <p:scale>
          <a:sx n="111" d="100"/>
          <a:sy n="111" d="100"/>
        </p:scale>
        <p:origin x="642" y="108"/>
      </p:cViewPr>
      <p:guideLst>
        <p:guide orient="horz" pos="2160"/>
        <p:guide pos="3870"/>
      </p:guideLst>
    </p:cSldViewPr>
  </p:slideViewPr>
  <p:notesTextViewPr>
    <p:cViewPr>
      <p:scale>
        <a:sx n="1" d="1"/>
        <a:sy n="1" d="1"/>
      </p:scale>
      <p:origin x="0" y="0"/>
    </p:cViewPr>
  </p:notesTextViewPr>
  <p:notesViewPr>
    <p:cSldViewPr snapToGrid="0">
      <p:cViewPr varScale="1">
        <p:scale>
          <a:sx n="60" d="100"/>
          <a:sy n="60" d="100"/>
        </p:scale>
        <p:origin x="3274" y="43"/>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1"/>
        <c:ser>
          <c:idx val="0"/>
          <c:order val="0"/>
          <c:tx>
            <c:strRef>
              <c:f>Sheet1!$B$1</c:f>
              <c:strCache>
                <c:ptCount val="1"/>
                <c:pt idx="0">
                  <c:v>Val macro-F1 (epoch tốt nhất)</c:v>
                </c:pt>
              </c:strCache>
            </c:strRef>
          </c:tx>
          <c:spPr>
            <a:solidFill>
              <a:srgbClr val="C9CED6"/>
            </a:solidFill>
          </c:spPr>
          <c:invertIfNegative val="1"/>
          <c:dLbls>
            <c:numFmt formatCode="0.00" sourceLinked="0"/>
            <c:spPr>
              <a:noFill/>
              <a:ln>
                <a:noFill/>
              </a:ln>
              <a:effectLst/>
            </c:spPr>
            <c:txPr>
              <a:bodyPr/>
              <a:lstStyle/>
              <a:p>
                <a:pPr>
                  <a:defRPr sz="1000">
                    <a:solidFill>
                      <a:srgbClr val="1D2939"/>
                    </a:solidFill>
                    <a:latin typeface="Arial"/>
                  </a:defRPr>
                </a:pPr>
                <a:endParaRPr lang="vi-V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EffNet-Lite0</c:v>
                </c:pt>
                <c:pt idx="1">
                  <c:v>+ class weight</c:v>
                </c:pt>
                <c:pt idx="2">
                  <c:v>+ sampler</c:v>
                </c:pt>
                <c:pt idx="3">
                  <c:v>ResNet18</c:v>
                </c:pt>
                <c:pt idx="4">
                  <c:v>MobileNetV3-S
(20 epoch)</c:v>
                </c:pt>
                <c:pt idx="5">
                  <c:v>ResNet50
(lần 1)</c:v>
                </c:pt>
              </c:strCache>
            </c:strRef>
          </c:cat>
          <c:val>
            <c:numRef>
              <c:f>Sheet1!$B$2:$B$7</c:f>
              <c:numCache>
                <c:formatCode>General</c:formatCode>
                <c:ptCount val="6"/>
                <c:pt idx="0">
                  <c:v>0.89900000000000002</c:v>
                </c:pt>
                <c:pt idx="1">
                  <c:v>0.92600000000000005</c:v>
                </c:pt>
                <c:pt idx="2">
                  <c:v>0.81200000000000006</c:v>
                </c:pt>
                <c:pt idx="3">
                  <c:v>0.89700000000000002</c:v>
                </c:pt>
                <c:pt idx="4">
                  <c:v>0.87</c:v>
                </c:pt>
                <c:pt idx="5">
                  <c:v>0.94</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B932-47B8-91F2-C0962F27B4BF}"/>
            </c:ext>
          </c:extLst>
        </c:ser>
        <c:ser>
          <c:idx val="1"/>
          <c:order val="1"/>
          <c:tx>
            <c:strRef>
              <c:f>Sheet1!$C$1</c:f>
              <c:strCache>
                <c:ptCount val="1"/>
                <c:pt idx="0">
                  <c:v>Test macro-F1</c:v>
                </c:pt>
              </c:strCache>
            </c:strRef>
          </c:tx>
          <c:spPr>
            <a:solidFill>
              <a:srgbClr val="00A95C"/>
            </a:solidFill>
          </c:spPr>
          <c:invertIfNegative val="1"/>
          <c:dLbls>
            <c:numFmt formatCode="0.00" sourceLinked="0"/>
            <c:spPr>
              <a:noFill/>
              <a:ln>
                <a:noFill/>
              </a:ln>
              <a:effectLst/>
            </c:spPr>
            <c:txPr>
              <a:bodyPr/>
              <a:lstStyle/>
              <a:p>
                <a:pPr>
                  <a:defRPr sz="1000">
                    <a:solidFill>
                      <a:srgbClr val="1D2939"/>
                    </a:solidFill>
                    <a:latin typeface="Arial"/>
                  </a:defRPr>
                </a:pPr>
                <a:endParaRPr lang="vi-V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EffNet-Lite0</c:v>
                </c:pt>
                <c:pt idx="1">
                  <c:v>+ class weight</c:v>
                </c:pt>
                <c:pt idx="2">
                  <c:v>+ sampler</c:v>
                </c:pt>
                <c:pt idx="3">
                  <c:v>ResNet18</c:v>
                </c:pt>
                <c:pt idx="4">
                  <c:v>MobileNetV3-S
(20 epoch)</c:v>
                </c:pt>
                <c:pt idx="5">
                  <c:v>ResNet50
(lần 1)</c:v>
                </c:pt>
              </c:strCache>
            </c:strRef>
          </c:cat>
          <c:val>
            <c:numRef>
              <c:f>Sheet1!$C$2:$C$7</c:f>
              <c:numCache>
                <c:formatCode>General</c:formatCode>
                <c:ptCount val="6"/>
                <c:pt idx="0">
                  <c:v>0.81499999999999995</c:v>
                </c:pt>
                <c:pt idx="1">
                  <c:v>0.8</c:v>
                </c:pt>
                <c:pt idx="2">
                  <c:v>0.78500000000000003</c:v>
                </c:pt>
                <c:pt idx="3">
                  <c:v>0.77</c:v>
                </c:pt>
                <c:pt idx="4">
                  <c:v>0.76800000000000002</c:v>
                </c:pt>
                <c:pt idx="5">
                  <c:v>0.746</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B932-47B8-91F2-C0962F27B4BF}"/>
            </c:ext>
          </c:extLst>
        </c:ser>
        <c:dLbls>
          <c:dLblPos val="outEnd"/>
          <c:showLegendKey val="0"/>
          <c:showVal val="1"/>
          <c:showCatName val="0"/>
          <c:showSerName val="0"/>
          <c:showPercent val="0"/>
          <c:showBubbleSize val="0"/>
        </c:dLbls>
        <c:gapWidth val="55"/>
        <c:overlap val="-5"/>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D3D7DD"/>
            </a:solidFill>
          </a:ln>
        </c:spPr>
        <c:txPr>
          <a:bodyPr/>
          <a:lstStyle/>
          <a:p>
            <a:pPr>
              <a:defRPr sz="1100">
                <a:solidFill>
                  <a:srgbClr val="1D2939"/>
                </a:solidFill>
                <a:latin typeface="Arial"/>
              </a:defRPr>
            </a:pPr>
            <a:endParaRPr lang="vi-VN"/>
          </a:p>
        </c:txPr>
        <c:crossAx val="-2113994440"/>
        <c:crosses val="autoZero"/>
        <c:auto val="1"/>
        <c:lblAlgn val="ctr"/>
        <c:lblOffset val="100"/>
        <c:noMultiLvlLbl val="0"/>
      </c:catAx>
      <c:valAx>
        <c:axId val="-2113994440"/>
        <c:scaling>
          <c:orientation val="minMax"/>
          <c:max val="1"/>
          <c:min val="0.6"/>
        </c:scaling>
        <c:delete val="0"/>
        <c:axPos val="l"/>
        <c:majorGridlines>
          <c:spPr>
            <a:ln>
              <a:solidFill>
                <a:srgbClr val="E3E6EA"/>
              </a:solidFill>
            </a:ln>
          </c:spPr>
        </c:majorGridlines>
        <c:numFmt formatCode="0.0" sourceLinked="0"/>
        <c:majorTickMark val="out"/>
        <c:minorTickMark val="none"/>
        <c:tickLblPos val="nextTo"/>
        <c:spPr>
          <a:ln>
            <a:noFill/>
          </a:ln>
        </c:spPr>
        <c:txPr>
          <a:bodyPr/>
          <a:lstStyle/>
          <a:p>
            <a:pPr>
              <a:defRPr sz="1100">
                <a:solidFill>
                  <a:srgbClr val="474F67"/>
                </a:solidFill>
                <a:latin typeface="Arial"/>
              </a:defRPr>
            </a:pPr>
            <a:endParaRPr lang="vi-VN"/>
          </a:p>
        </c:txPr>
        <c:crossAx val="-2068027336"/>
        <c:crosses val="autoZero"/>
        <c:crossBetween val="between"/>
        <c:majorUnit val="0.1"/>
      </c:valAx>
    </c:plotArea>
    <c:legend>
      <c:legendPos val="b"/>
      <c:overlay val="0"/>
      <c:txPr>
        <a:bodyPr/>
        <a:lstStyle/>
        <a:p>
          <a:pPr>
            <a:defRPr sz="1200">
              <a:solidFill>
                <a:srgbClr val="474F67"/>
              </a:solidFill>
              <a:latin typeface="Arial"/>
            </a:defRPr>
          </a:pPr>
          <a:endParaRPr lang="vi-VN"/>
        </a:p>
      </c:txPr>
    </c:legend>
    <c:plotVisOnly val="1"/>
    <c:dispBlanksAs val="gap"/>
    <c:showDLblsOverMax val="1"/>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0"/>
    <c:plotArea>
      <c:layout/>
      <c:barChart>
        <c:barDir val="col"/>
        <c:grouping val="clustered"/>
        <c:varyColors val="1"/>
        <c:ser>
          <c:idx val="0"/>
          <c:order val="0"/>
          <c:tx>
            <c:strRef>
              <c:f>Sheet1!$B$1</c:f>
              <c:strCache>
                <c:ptCount val="1"/>
                <c:pt idx="0">
                  <c:v>Test macro-F1, lần chạy 1 (Kaggle)</c:v>
                </c:pt>
              </c:strCache>
            </c:strRef>
          </c:tx>
          <c:spPr>
            <a:solidFill>
              <a:srgbClr val="C9CED6"/>
            </a:solidFill>
          </c:spPr>
          <c:invertIfNegative val="1"/>
          <c:dLbls>
            <c:numFmt formatCode="0.000" sourceLinked="0"/>
            <c:spPr>
              <a:noFill/>
              <a:ln>
                <a:noFill/>
              </a:ln>
              <a:effectLst/>
            </c:spPr>
            <c:txPr>
              <a:bodyPr/>
              <a:lstStyle/>
              <a:p>
                <a:pPr>
                  <a:defRPr sz="1200">
                    <a:solidFill>
                      <a:srgbClr val="1D2939"/>
                    </a:solidFill>
                    <a:latin typeface="Arial"/>
                  </a:defRPr>
                </a:pPr>
                <a:endParaRPr lang="vi-V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MobileNetV3-S</c:v>
                </c:pt>
                <c:pt idx="1">
                  <c:v>EfficientNet-Lite0</c:v>
                </c:pt>
                <c:pt idx="2">
                  <c:v>ResNet18</c:v>
                </c:pt>
                <c:pt idx="3">
                  <c:v>ResNet50</c:v>
                </c:pt>
              </c:strCache>
            </c:strRef>
          </c:cat>
          <c:val>
            <c:numRef>
              <c:f>Sheet1!$B$2:$B$5</c:f>
              <c:numCache>
                <c:formatCode>General</c:formatCode>
                <c:ptCount val="4"/>
                <c:pt idx="0">
                  <c:v>0.752</c:v>
                </c:pt>
                <c:pt idx="1">
                  <c:v>0.78600000000000003</c:v>
                </c:pt>
                <c:pt idx="2">
                  <c:v>0.752</c:v>
                </c:pt>
                <c:pt idx="3">
                  <c:v>0.746</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03B8-4E59-9ACB-871ADCAC7EDB}"/>
            </c:ext>
          </c:extLst>
        </c:ser>
        <c:ser>
          <c:idx val="1"/>
          <c:order val="1"/>
          <c:tx>
            <c:strRef>
              <c:f>Sheet1!$C$1</c:f>
              <c:strCache>
                <c:ptCount val="1"/>
                <c:pt idx="0">
                  <c:v>Test macro-F1, chạy lại (Colab)</c:v>
                </c:pt>
              </c:strCache>
            </c:strRef>
          </c:tx>
          <c:spPr>
            <a:solidFill>
              <a:srgbClr val="00A95C"/>
            </a:solidFill>
          </c:spPr>
          <c:invertIfNegative val="1"/>
          <c:dLbls>
            <c:numFmt formatCode="0.000" sourceLinked="0"/>
            <c:spPr>
              <a:noFill/>
              <a:ln>
                <a:noFill/>
              </a:ln>
              <a:effectLst/>
            </c:spPr>
            <c:txPr>
              <a:bodyPr/>
              <a:lstStyle/>
              <a:p>
                <a:pPr>
                  <a:defRPr sz="1200">
                    <a:solidFill>
                      <a:srgbClr val="1D2939"/>
                    </a:solidFill>
                    <a:latin typeface="Arial"/>
                  </a:defRPr>
                </a:pPr>
                <a:endParaRPr lang="vi-V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MobileNetV3-S</c:v>
                </c:pt>
                <c:pt idx="1">
                  <c:v>EfficientNet-Lite0</c:v>
                </c:pt>
                <c:pt idx="2">
                  <c:v>ResNet18</c:v>
                </c:pt>
                <c:pt idx="3">
                  <c:v>ResNet50</c:v>
                </c:pt>
              </c:strCache>
            </c:strRef>
          </c:cat>
          <c:val>
            <c:numRef>
              <c:f>Sheet1!$C$2:$C$5</c:f>
              <c:numCache>
                <c:formatCode>General</c:formatCode>
                <c:ptCount val="4"/>
                <c:pt idx="0">
                  <c:v>0.79200000000000004</c:v>
                </c:pt>
                <c:pt idx="1">
                  <c:v>0.81499999999999995</c:v>
                </c:pt>
                <c:pt idx="2">
                  <c:v>0.77</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03B8-4E59-9ACB-871ADCAC7EDB}"/>
            </c:ext>
          </c:extLst>
        </c:ser>
        <c:dLbls>
          <c:dLblPos val="outEnd"/>
          <c:showLegendKey val="0"/>
          <c:showVal val="1"/>
          <c:showCatName val="0"/>
          <c:showSerName val="0"/>
          <c:showPercent val="0"/>
          <c:showBubbleSize val="0"/>
        </c:dLbls>
        <c:gapWidth val="70"/>
        <c:overlap val="-1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D3D7DD"/>
            </a:solidFill>
          </a:ln>
        </c:spPr>
        <c:txPr>
          <a:bodyPr/>
          <a:lstStyle/>
          <a:p>
            <a:pPr>
              <a:defRPr sz="1300">
                <a:solidFill>
                  <a:srgbClr val="1D2939"/>
                </a:solidFill>
                <a:latin typeface="Arial"/>
              </a:defRPr>
            </a:pPr>
            <a:endParaRPr lang="vi-VN"/>
          </a:p>
        </c:txPr>
        <c:crossAx val="-2113994440"/>
        <c:crosses val="autoZero"/>
        <c:auto val="1"/>
        <c:lblAlgn val="ctr"/>
        <c:lblOffset val="100"/>
        <c:noMultiLvlLbl val="0"/>
      </c:catAx>
      <c:valAx>
        <c:axId val="-2113994440"/>
        <c:scaling>
          <c:orientation val="minMax"/>
          <c:max val="0.9"/>
          <c:min val="0.6"/>
        </c:scaling>
        <c:delete val="0"/>
        <c:axPos val="l"/>
        <c:majorGridlines>
          <c:spPr>
            <a:ln>
              <a:solidFill>
                <a:srgbClr val="E3E6EA"/>
              </a:solidFill>
            </a:ln>
          </c:spPr>
        </c:majorGridlines>
        <c:numFmt formatCode="0.0" sourceLinked="0"/>
        <c:majorTickMark val="out"/>
        <c:minorTickMark val="none"/>
        <c:tickLblPos val="nextTo"/>
        <c:spPr>
          <a:ln>
            <a:noFill/>
          </a:ln>
        </c:spPr>
        <c:txPr>
          <a:bodyPr/>
          <a:lstStyle/>
          <a:p>
            <a:pPr>
              <a:defRPr sz="1200">
                <a:solidFill>
                  <a:srgbClr val="474F67"/>
                </a:solidFill>
                <a:latin typeface="Arial"/>
              </a:defRPr>
            </a:pPr>
            <a:endParaRPr lang="vi-VN"/>
          </a:p>
        </c:txPr>
        <c:crossAx val="-2068027336"/>
        <c:crosses val="autoZero"/>
        <c:crossBetween val="between"/>
        <c:majorUnit val="0.1"/>
      </c:valAx>
    </c:plotArea>
    <c:legend>
      <c:legendPos val="b"/>
      <c:overlay val="0"/>
      <c:txPr>
        <a:bodyPr/>
        <a:lstStyle/>
        <a:p>
          <a:pPr>
            <a:defRPr sz="1300">
              <a:solidFill>
                <a:srgbClr val="474F67"/>
              </a:solidFill>
              <a:latin typeface="Arial"/>
            </a:defRPr>
          </a:pPr>
          <a:endParaRPr lang="vi-VN"/>
        </a:p>
      </c:txPr>
    </c:legend>
    <c:plotVisOnly val="1"/>
    <c:dispBlanksAs val="gap"/>
    <c:showDLblsOverMax val="1"/>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1"/>
        <c:ser>
          <c:idx val="0"/>
          <c:order val="0"/>
          <c:tx>
            <c:strRef>
              <c:f>Sheet1!$B$1</c:f>
              <c:strCache>
                <c:ptCount val="1"/>
                <c:pt idx="0">
                  <c:v>FP32</c:v>
                </c:pt>
              </c:strCache>
            </c:strRef>
          </c:tx>
          <c:spPr>
            <a:solidFill>
              <a:srgbClr val="C9CED6"/>
            </a:solidFill>
          </c:spPr>
          <c:invertIfNegative val="1"/>
          <c:dLbls>
            <c:numFmt formatCode="0.000" sourceLinked="0"/>
            <c:spPr>
              <a:noFill/>
              <a:ln>
                <a:noFill/>
              </a:ln>
              <a:effectLst/>
            </c:spPr>
            <c:txPr>
              <a:bodyPr/>
              <a:lstStyle/>
              <a:p>
                <a:pPr>
                  <a:defRPr sz="1200" b="1">
                    <a:solidFill>
                      <a:srgbClr val="1D2939"/>
                    </a:solidFill>
                    <a:latin typeface="Arial"/>
                  </a:defRPr>
                </a:pPr>
                <a:endParaRPr lang="vi-V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EfficientNet-Lite0</c:v>
                </c:pt>
                <c:pt idx="1">
                  <c:v>ResNet18</c:v>
                </c:pt>
                <c:pt idx="2">
                  <c:v>MobileNetV3-S</c:v>
                </c:pt>
              </c:strCache>
            </c:strRef>
          </c:cat>
          <c:val>
            <c:numRef>
              <c:f>Sheet1!$B$2:$B$4</c:f>
              <c:numCache>
                <c:formatCode>General</c:formatCode>
                <c:ptCount val="3"/>
                <c:pt idx="0">
                  <c:v>0.81399999999999995</c:v>
                </c:pt>
                <c:pt idx="1">
                  <c:v>0.77100000000000002</c:v>
                </c:pt>
                <c:pt idx="2">
                  <c:v>0.74399999999999999</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2E98-4C91-B87F-44E9C3185971}"/>
            </c:ext>
          </c:extLst>
        </c:ser>
        <c:ser>
          <c:idx val="1"/>
          <c:order val="1"/>
          <c:tx>
            <c:strRef>
              <c:f>Sheet1!$C$1</c:f>
              <c:strCache>
                <c:ptCount val="1"/>
                <c:pt idx="0">
                  <c:v>INT8</c:v>
                </c:pt>
              </c:strCache>
            </c:strRef>
          </c:tx>
          <c:spPr>
            <a:solidFill>
              <a:srgbClr val="00A95C"/>
            </a:solidFill>
          </c:spPr>
          <c:invertIfNegative val="1"/>
          <c:dPt>
            <c:idx val="2"/>
            <c:invertIfNegative val="1"/>
            <c:bubble3D val="0"/>
            <c:spPr>
              <a:solidFill>
                <a:srgbClr val="F56776"/>
              </a:solidFill>
            </c:spPr>
            <c:extLst>
              <c:ext xmlns:c16="http://schemas.microsoft.com/office/drawing/2014/chart" uri="{C3380CC4-5D6E-409C-BE32-E72D297353CC}">
                <c16:uniqueId val="{00000002-2E98-4C91-B87F-44E9C3185971}"/>
              </c:ext>
            </c:extLst>
          </c:dPt>
          <c:dLbls>
            <c:numFmt formatCode="0.000" sourceLinked="0"/>
            <c:spPr>
              <a:noFill/>
              <a:ln>
                <a:noFill/>
              </a:ln>
              <a:effectLst/>
            </c:spPr>
            <c:txPr>
              <a:bodyPr/>
              <a:lstStyle/>
              <a:p>
                <a:pPr>
                  <a:defRPr sz="1200" b="1">
                    <a:solidFill>
                      <a:srgbClr val="1D2939"/>
                    </a:solidFill>
                    <a:latin typeface="Arial"/>
                  </a:defRPr>
                </a:pPr>
                <a:endParaRPr lang="vi-V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EfficientNet-Lite0</c:v>
                </c:pt>
                <c:pt idx="1">
                  <c:v>ResNet18</c:v>
                </c:pt>
                <c:pt idx="2">
                  <c:v>MobileNetV3-S</c:v>
                </c:pt>
              </c:strCache>
            </c:strRef>
          </c:cat>
          <c:val>
            <c:numRef>
              <c:f>Sheet1!$C$2:$C$4</c:f>
              <c:numCache>
                <c:formatCode>General</c:formatCode>
                <c:ptCount val="3"/>
                <c:pt idx="0">
                  <c:v>0.81399999999999995</c:v>
                </c:pt>
                <c:pt idx="1">
                  <c:v>0.77200000000000002</c:v>
                </c:pt>
                <c:pt idx="2">
                  <c:v>0.14399999999999999</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3-2E98-4C91-B87F-44E9C3185971}"/>
            </c:ext>
          </c:extLst>
        </c:ser>
        <c:dLbls>
          <c:dLblPos val="outEnd"/>
          <c:showLegendKey val="0"/>
          <c:showVal val="1"/>
          <c:showCatName val="0"/>
          <c:showSerName val="0"/>
          <c:showPercent val="0"/>
          <c:showBubbleSize val="0"/>
        </c:dLbls>
        <c:gapWidth val="60"/>
        <c:overlap val="-8"/>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D3D7DD"/>
            </a:solidFill>
          </a:ln>
        </c:spPr>
        <c:txPr>
          <a:bodyPr/>
          <a:lstStyle/>
          <a:p>
            <a:pPr>
              <a:defRPr sz="1300">
                <a:solidFill>
                  <a:srgbClr val="1D2939"/>
                </a:solidFill>
                <a:latin typeface="Arial"/>
              </a:defRPr>
            </a:pPr>
            <a:endParaRPr lang="vi-VN"/>
          </a:p>
        </c:txPr>
        <c:crossAx val="-2113994440"/>
        <c:crosses val="autoZero"/>
        <c:auto val="1"/>
        <c:lblAlgn val="ctr"/>
        <c:lblOffset val="100"/>
        <c:noMultiLvlLbl val="0"/>
      </c:catAx>
      <c:valAx>
        <c:axId val="-2113994440"/>
        <c:scaling>
          <c:orientation val="minMax"/>
          <c:max val="1"/>
          <c:min val="0"/>
        </c:scaling>
        <c:delete val="0"/>
        <c:axPos val="l"/>
        <c:majorGridlines>
          <c:spPr>
            <a:ln>
              <a:solidFill>
                <a:srgbClr val="E3E6EA"/>
              </a:solidFill>
            </a:ln>
          </c:spPr>
        </c:majorGridlines>
        <c:numFmt formatCode="0.0" sourceLinked="0"/>
        <c:majorTickMark val="out"/>
        <c:minorTickMark val="none"/>
        <c:tickLblPos val="nextTo"/>
        <c:spPr>
          <a:ln>
            <a:noFill/>
          </a:ln>
        </c:spPr>
        <c:txPr>
          <a:bodyPr/>
          <a:lstStyle/>
          <a:p>
            <a:pPr>
              <a:defRPr sz="1200">
                <a:solidFill>
                  <a:srgbClr val="474F67"/>
                </a:solidFill>
                <a:latin typeface="Arial"/>
              </a:defRPr>
            </a:pPr>
            <a:endParaRPr lang="vi-VN"/>
          </a:p>
        </c:txPr>
        <c:crossAx val="-2068027336"/>
        <c:crosses val="autoZero"/>
        <c:crossBetween val="between"/>
        <c:majorUnit val="0.2"/>
      </c:valAx>
    </c:plotArea>
    <c:legend>
      <c:legendPos val="b"/>
      <c:overlay val="0"/>
      <c:txPr>
        <a:bodyPr/>
        <a:lstStyle/>
        <a:p>
          <a:pPr>
            <a:defRPr sz="1300">
              <a:solidFill>
                <a:srgbClr val="474F67"/>
              </a:solidFill>
              <a:latin typeface="Arial"/>
            </a:defRPr>
          </a:pPr>
          <a:endParaRPr lang="vi-VN"/>
        </a:p>
      </c:txPr>
    </c:legend>
    <c:plotVisOnly val="1"/>
    <c:dispBlanksAs val="gap"/>
    <c:showDLblsOverMax val="1"/>
  </c:chart>
  <c:txPr>
    <a:bodyPr/>
    <a:lstStyle/>
    <a:p>
      <a:pPr>
        <a:defRPr sz="18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scatterChart>
        <c:scatterStyle val="lineMarker"/>
        <c:varyColors val="0"/>
        <c:ser>
          <c:idx val="0"/>
          <c:order val="0"/>
          <c:tx>
            <c:strRef>
              <c:f>Sheet1!$B$1</c:f>
              <c:strCache>
                <c:ptCount val="1"/>
                <c:pt idx="0">
                  <c:v>FP32</c:v>
                </c:pt>
              </c:strCache>
            </c:strRef>
          </c:tx>
          <c:spPr>
            <a:ln w="47625">
              <a:noFill/>
            </a:ln>
          </c:spPr>
          <c:marker>
            <c:symbol val="circle"/>
            <c:size val="12"/>
            <c:spPr>
              <a:solidFill>
                <a:srgbClr val="8A93A6"/>
              </a:solidFill>
              <a:ln>
                <a:solidFill>
                  <a:srgbClr val="FFFFFF"/>
                </a:solidFill>
              </a:ln>
            </c:spPr>
          </c:marker>
          <c:dLbls>
            <c:dLbl>
              <c:idx val="0"/>
              <c:tx>
                <c:rich>
                  <a:bodyPr/>
                  <a:lstStyle/>
                  <a:p>
                    <a:r>
                      <a:rPr lang="en-US" sz="1100">
                        <a:solidFill>
                          <a:srgbClr val="1D2939"/>
                        </a:solidFill>
                        <a:latin typeface="Arial"/>
                      </a:rPr>
                      <a:t>EfficientNet-Lite0</a:t>
                    </a:r>
                  </a:p>
                </c:rich>
              </c:tx>
              <c:dLblPos val="t"/>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0-171C-42D7-8FB8-29C2CF4AFFC6}"/>
                </c:ext>
              </c:extLst>
            </c:dLbl>
            <c:dLbl>
              <c:idx val="1"/>
              <c:tx>
                <c:rich>
                  <a:bodyPr/>
                  <a:lstStyle/>
                  <a:p>
                    <a:r>
                      <a:rPr lang="en-US" sz="1100">
                        <a:solidFill>
                          <a:srgbClr val="1D2939"/>
                        </a:solidFill>
                        <a:latin typeface="Arial"/>
                      </a:rPr>
                      <a:t>ResNet18</a:t>
                    </a:r>
                  </a:p>
                </c:rich>
              </c:tx>
              <c:dLblPos val="b"/>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171C-42D7-8FB8-29C2CF4AFFC6}"/>
                </c:ext>
              </c:extLst>
            </c:dLbl>
            <c:dLbl>
              <c:idx val="2"/>
              <c:tx>
                <c:rich>
                  <a:bodyPr/>
                  <a:lstStyle/>
                  <a:p>
                    <a:r>
                      <a:rPr lang="en-US" sz="1100">
                        <a:solidFill>
                          <a:srgbClr val="1D2939"/>
                        </a:solidFill>
                        <a:latin typeface="Arial"/>
                      </a:rPr>
                      <a:t>MobileNetV3-S</a:t>
                    </a:r>
                  </a:p>
                </c:rich>
              </c:tx>
              <c:dLblPos val="b"/>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2-171C-42D7-8FB8-29C2CF4AFFC6}"/>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xVal>
            <c:numRef>
              <c:f>Sheet1!$A$2:$A$4</c:f>
              <c:numCache>
                <c:formatCode>General</c:formatCode>
                <c:ptCount val="3"/>
                <c:pt idx="0">
                  <c:v>8.16</c:v>
                </c:pt>
                <c:pt idx="1">
                  <c:v>29.05</c:v>
                </c:pt>
                <c:pt idx="2">
                  <c:v>1.65</c:v>
                </c:pt>
              </c:numCache>
            </c:numRef>
          </c:xVal>
          <c:yVal>
            <c:numRef>
              <c:f>Sheet1!$B$2:$B$4</c:f>
              <c:numCache>
                <c:formatCode>General</c:formatCode>
                <c:ptCount val="3"/>
                <c:pt idx="0">
                  <c:v>0.81399999999999995</c:v>
                </c:pt>
                <c:pt idx="1">
                  <c:v>0.77100000000000002</c:v>
                </c:pt>
                <c:pt idx="2">
                  <c:v>0.74399999999999999</c:v>
                </c:pt>
              </c:numCache>
            </c:numRef>
          </c:yVal>
          <c:smooth val="0"/>
          <c:extLst>
            <c:ext xmlns:c16="http://schemas.microsoft.com/office/drawing/2014/chart" uri="{C3380CC4-5D6E-409C-BE32-E72D297353CC}">
              <c16:uniqueId val="{00000003-171C-42D7-8FB8-29C2CF4AFFC6}"/>
            </c:ext>
          </c:extLst>
        </c:ser>
        <c:ser>
          <c:idx val="1"/>
          <c:order val="1"/>
          <c:tx>
            <c:strRef>
              <c:f>Sheet1!$B$6</c:f>
              <c:strCache>
                <c:ptCount val="1"/>
                <c:pt idx="0">
                  <c:v>INT8</c:v>
                </c:pt>
              </c:strCache>
            </c:strRef>
          </c:tx>
          <c:spPr>
            <a:ln w="47625">
              <a:noFill/>
            </a:ln>
          </c:spPr>
          <c:marker>
            <c:symbol val="circle"/>
            <c:size val="12"/>
            <c:spPr>
              <a:solidFill>
                <a:srgbClr val="00A95C"/>
              </a:solidFill>
              <a:ln>
                <a:solidFill>
                  <a:srgbClr val="FFFFFF"/>
                </a:solidFill>
              </a:ln>
            </c:spPr>
          </c:marker>
          <c:dLbls>
            <c:dLbl>
              <c:idx val="0"/>
              <c:tx>
                <c:rich>
                  <a:bodyPr/>
                  <a:lstStyle/>
                  <a:p>
                    <a:r>
                      <a:rPr lang="en-US" sz="1100">
                        <a:solidFill>
                          <a:srgbClr val="1D2939"/>
                        </a:solidFill>
                        <a:latin typeface="Arial"/>
                      </a:rPr>
                      <a:t>EfficientNet-Lite0</a:t>
                    </a:r>
                  </a:p>
                </c:rich>
              </c:tx>
              <c:dLblPos val="l"/>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4-171C-42D7-8FB8-29C2CF4AFFC6}"/>
                </c:ext>
              </c:extLst>
            </c:dLbl>
            <c:dLbl>
              <c:idx val="1"/>
              <c:tx>
                <c:rich>
                  <a:bodyPr/>
                  <a:lstStyle/>
                  <a:p>
                    <a:r>
                      <a:rPr lang="en-US" sz="1100">
                        <a:solidFill>
                          <a:srgbClr val="1D2939"/>
                        </a:solidFill>
                        <a:latin typeface="Arial"/>
                      </a:rPr>
                      <a:t>ResNet18</a:t>
                    </a:r>
                  </a:p>
                </c:rich>
              </c:tx>
              <c:dLblPos val="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5-171C-42D7-8FB8-29C2CF4AFFC6}"/>
                </c:ext>
              </c:extLst>
            </c:dLbl>
            <c:dLbl>
              <c:idx val="2"/>
              <c:tx>
                <c:rich>
                  <a:bodyPr/>
                  <a:lstStyle/>
                  <a:p>
                    <a:r>
                      <a:rPr lang="en-US" sz="1100">
                        <a:solidFill>
                          <a:srgbClr val="1D2939"/>
                        </a:solidFill>
                        <a:latin typeface="Arial"/>
                      </a:rPr>
                      <a:t>MobileNetV3-S</a:t>
                    </a:r>
                  </a:p>
                </c:rich>
              </c:tx>
              <c:dLblPos val="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6-171C-42D7-8FB8-29C2CF4AFFC6}"/>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xVal>
            <c:numRef>
              <c:f>Sheet1!$A$7:$A$9</c:f>
              <c:numCache>
                <c:formatCode>General</c:formatCode>
                <c:ptCount val="3"/>
                <c:pt idx="0">
                  <c:v>5.12</c:v>
                </c:pt>
                <c:pt idx="1">
                  <c:v>9.25</c:v>
                </c:pt>
                <c:pt idx="2">
                  <c:v>2.2999999999999998</c:v>
                </c:pt>
              </c:numCache>
            </c:numRef>
          </c:xVal>
          <c:yVal>
            <c:numRef>
              <c:f>Sheet1!$B$7:$B$9</c:f>
              <c:numCache>
                <c:formatCode>General</c:formatCode>
                <c:ptCount val="3"/>
                <c:pt idx="0">
                  <c:v>0.81399999999999995</c:v>
                </c:pt>
                <c:pt idx="1">
                  <c:v>0.77200000000000002</c:v>
                </c:pt>
                <c:pt idx="2">
                  <c:v>0.14399999999999999</c:v>
                </c:pt>
              </c:numCache>
            </c:numRef>
          </c:yVal>
          <c:smooth val="0"/>
          <c:extLst>
            <c:ext xmlns:c16="http://schemas.microsoft.com/office/drawing/2014/chart" uri="{C3380CC4-5D6E-409C-BE32-E72D297353CC}">
              <c16:uniqueId val="{00000007-171C-42D7-8FB8-29C2CF4AFFC6}"/>
            </c:ext>
          </c:extLst>
        </c:ser>
        <c:dLbls>
          <c:showLegendKey val="0"/>
          <c:showVal val="0"/>
          <c:showCatName val="0"/>
          <c:showSerName val="0"/>
          <c:showPercent val="0"/>
          <c:showBubbleSize val="0"/>
        </c:dLbls>
        <c:axId val="-2128940872"/>
        <c:axId val="-2129643912"/>
      </c:scatterChart>
      <c:valAx>
        <c:axId val="-2128940872"/>
        <c:scaling>
          <c:orientation val="minMax"/>
          <c:max val="32"/>
          <c:min val="0"/>
        </c:scaling>
        <c:delete val="0"/>
        <c:axPos val="b"/>
        <c:majorGridlines>
          <c:spPr>
            <a:ln>
              <a:solidFill>
                <a:srgbClr val="E3E6EA"/>
              </a:solidFill>
            </a:ln>
          </c:spPr>
        </c:majorGridlines>
        <c:title>
          <c:tx>
            <c:rich>
              <a:bodyPr/>
              <a:lstStyle/>
              <a:p>
                <a:r>
                  <a:rPr lang="vi-VN" sz="1300" b="0">
                    <a:solidFill>
                      <a:srgbClr val="474F67"/>
                    </a:solidFill>
                    <a:latin typeface="Arial"/>
                  </a:rPr>
                  <a:t>Độ trễ một ảnh trên CPU (ms), càng thấp càng nhanh</a:t>
                </a:r>
              </a:p>
            </c:rich>
          </c:tx>
          <c:overlay val="0"/>
        </c:title>
        <c:numFmt formatCode="General" sourceLinked="1"/>
        <c:majorTickMark val="out"/>
        <c:minorTickMark val="none"/>
        <c:tickLblPos val="nextTo"/>
        <c:spPr>
          <a:ln>
            <a:solidFill>
              <a:srgbClr val="D3D7DD"/>
            </a:solidFill>
          </a:ln>
        </c:spPr>
        <c:txPr>
          <a:bodyPr/>
          <a:lstStyle/>
          <a:p>
            <a:pPr>
              <a:defRPr sz="1200">
                <a:solidFill>
                  <a:srgbClr val="474F67"/>
                </a:solidFill>
                <a:latin typeface="Arial"/>
              </a:defRPr>
            </a:pPr>
            <a:endParaRPr lang="vi-VN"/>
          </a:p>
        </c:txPr>
        <c:crossAx val="-2129643912"/>
        <c:crosses val="autoZero"/>
        <c:crossBetween val="midCat"/>
        <c:majorUnit val="4"/>
      </c:valAx>
      <c:valAx>
        <c:axId val="-2129643912"/>
        <c:scaling>
          <c:orientation val="minMax"/>
          <c:max val="1"/>
          <c:min val="0"/>
        </c:scaling>
        <c:delete val="0"/>
        <c:axPos val="l"/>
        <c:majorGridlines>
          <c:spPr>
            <a:ln>
              <a:solidFill>
                <a:srgbClr val="E3E6EA"/>
              </a:solidFill>
            </a:ln>
          </c:spPr>
        </c:majorGridlines>
        <c:title>
          <c:tx>
            <c:rich>
              <a:bodyPr/>
              <a:lstStyle/>
              <a:p>
                <a:r>
                  <a:rPr lang="vi-VN" sz="1300" b="0">
                    <a:solidFill>
                      <a:srgbClr val="474F67"/>
                    </a:solidFill>
                    <a:latin typeface="Arial"/>
                  </a:rPr>
                  <a:t>Test macro-F1</a:t>
                </a:r>
              </a:p>
            </c:rich>
          </c:tx>
          <c:overlay val="0"/>
        </c:title>
        <c:numFmt formatCode="0.0" sourceLinked="0"/>
        <c:majorTickMark val="out"/>
        <c:minorTickMark val="none"/>
        <c:tickLblPos val="nextTo"/>
        <c:spPr>
          <a:ln>
            <a:solidFill>
              <a:srgbClr val="D3D7DD"/>
            </a:solidFill>
          </a:ln>
        </c:spPr>
        <c:txPr>
          <a:bodyPr/>
          <a:lstStyle/>
          <a:p>
            <a:pPr>
              <a:defRPr sz="1200">
                <a:solidFill>
                  <a:srgbClr val="474F67"/>
                </a:solidFill>
                <a:latin typeface="Arial"/>
              </a:defRPr>
            </a:pPr>
            <a:endParaRPr lang="vi-VN"/>
          </a:p>
        </c:txPr>
        <c:crossAx val="-2128940872"/>
        <c:crosses val="autoZero"/>
        <c:crossBetween val="midCat"/>
        <c:majorUnit val="0.2"/>
      </c:valAx>
    </c:plotArea>
    <c:legend>
      <c:legendPos val="b"/>
      <c:overlay val="0"/>
      <c:txPr>
        <a:bodyPr/>
        <a:lstStyle/>
        <a:p>
          <a:pPr>
            <a:defRPr sz="1300">
              <a:solidFill>
                <a:srgbClr val="474F67"/>
              </a:solidFill>
              <a:latin typeface="Arial"/>
            </a:defRPr>
          </a:pPr>
          <a:endParaRPr lang="vi-VN"/>
        </a:p>
      </c:txPr>
    </c:legend>
    <c:plotVisOnly val="1"/>
    <c:dispBlanksAs val="gap"/>
    <c:showDLblsOverMax val="0"/>
  </c:chart>
  <c:txPr>
    <a:bodyPr/>
    <a:lstStyle/>
    <a:p>
      <a:pPr>
        <a:defRPr sz="1800"/>
      </a:pPr>
      <a:endParaRPr lang="en-US"/>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6400" cy="49847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49688" y="0"/>
            <a:ext cx="2946400" cy="498475"/>
          </a:xfrm>
          <a:prstGeom prst="rect">
            <a:avLst/>
          </a:prstGeom>
        </p:spPr>
        <p:txBody>
          <a:bodyPr vert="horz" lIns="91440" tIns="45720" rIns="91440" bIns="45720" rtlCol="0"/>
          <a:lstStyle>
            <a:lvl1pPr algn="r">
              <a:defRPr sz="1200"/>
            </a:lvl1pPr>
          </a:lstStyle>
          <a:p>
            <a:fld id="{4703510E-2DD8-44D2-8140-5CCCAF97B4E9}" type="datetimeFigureOut">
              <a:rPr lang="en-US" smtClean="0"/>
              <a:t>10/13/2026</a:t>
            </a:fld>
            <a:endParaRPr lang="en-US"/>
          </a:p>
        </p:txBody>
      </p:sp>
      <p:sp>
        <p:nvSpPr>
          <p:cNvPr id="4" name="Footer Placeholder 3"/>
          <p:cNvSpPr>
            <a:spLocks noGrp="1"/>
          </p:cNvSpPr>
          <p:nvPr>
            <p:ph type="ftr" sz="quarter" idx="2"/>
          </p:nvPr>
        </p:nvSpPr>
        <p:spPr>
          <a:xfrm>
            <a:off x="0" y="9429750"/>
            <a:ext cx="2946400" cy="498475"/>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49688" y="9429750"/>
            <a:ext cx="2946400" cy="498475"/>
          </a:xfrm>
          <a:prstGeom prst="rect">
            <a:avLst/>
          </a:prstGeom>
        </p:spPr>
        <p:txBody>
          <a:bodyPr vert="horz" lIns="91440" tIns="45720" rIns="91440" bIns="45720" rtlCol="0" anchor="b"/>
          <a:lstStyle>
            <a:lvl1pPr algn="r">
              <a:defRPr sz="1200"/>
            </a:lvl1pPr>
          </a:lstStyle>
          <a:p>
            <a:fld id="{EAA54B8A-DE42-4955-AB74-C41E4CB4D3F6}" type="slidenum">
              <a:rPr lang="en-US" smtClean="0"/>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6400" cy="49847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49688" y="0"/>
            <a:ext cx="2946400" cy="498475"/>
          </a:xfrm>
          <a:prstGeom prst="rect">
            <a:avLst/>
          </a:prstGeom>
        </p:spPr>
        <p:txBody>
          <a:bodyPr vert="horz" lIns="91440" tIns="45720" rIns="91440" bIns="45720" rtlCol="0"/>
          <a:lstStyle>
            <a:lvl1pPr algn="r">
              <a:defRPr sz="1200"/>
            </a:lvl1pPr>
          </a:lstStyle>
          <a:p>
            <a:fld id="{28ED40D3-4564-40BF-B8A4-5D7EEBD71B30}" type="datetimeFigureOut">
              <a:rPr lang="en-US" smtClean="0"/>
              <a:t>10/13/2026</a:t>
            </a:fld>
            <a:endParaRPr lang="en-US"/>
          </a:p>
        </p:txBody>
      </p:sp>
      <p:sp>
        <p:nvSpPr>
          <p:cNvPr id="4" name="Slide Image Placeholder 3"/>
          <p:cNvSpPr>
            <a:spLocks noGrp="1" noRot="1" noChangeAspect="1"/>
          </p:cNvSpPr>
          <p:nvPr>
            <p:ph type="sldImg" idx="2"/>
          </p:nvPr>
        </p:nvSpPr>
        <p:spPr>
          <a:xfrm>
            <a:off x="422275" y="1241425"/>
            <a:ext cx="5953125" cy="334962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79450" y="4778375"/>
            <a:ext cx="5438775" cy="3908425"/>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429750"/>
            <a:ext cx="2946400" cy="498475"/>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49688" y="9429750"/>
            <a:ext cx="2946400" cy="498475"/>
          </a:xfrm>
          <a:prstGeom prst="rect">
            <a:avLst/>
          </a:prstGeom>
        </p:spPr>
        <p:txBody>
          <a:bodyPr vert="horz" lIns="91440" tIns="45720" rIns="91440" bIns="45720" rtlCol="0" anchor="b"/>
          <a:lstStyle>
            <a:lvl1pPr algn="r">
              <a:defRPr sz="1200"/>
            </a:lvl1pPr>
          </a:lstStyle>
          <a:p>
            <a:fld id="{C1936BE8-C6B9-419E-9D56-FD3E701AF11E}"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Giới thiệu đề tài: nhận diện hành vi mất tập trung của tài xế từ camera trong xe, với ràng buộc chạy trên thiết bị edge (ít bộ nhớ, ít tính toán). Câu hỏi chính là đánh đổi giữa độ chính xác và tài nguyên.</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AI thường (cloud): thiết bị gửi ảnh lên máy chủ mạnh, máy chủ chạy mô hình rồi trả kết quả. Edge AI: mô hình chạy ngay trên thiết bị trong xe. Với bài toán này edge hợp lý vì cảnh báo cần kịp thời (không chờ mạng), video mặt tài xế nhạy cảm nên ở lại thiết bị, và xe có lúc mất sóng. Cái giá phải trả: chip trong xe có rất ít bộ nhớ, tính toán và điện, nên mô hình phải nhỏ và nhanh. Đây là lập luận chung về edge AI, không phải kết quả em đo.</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Mọi ảnh 640x480, 26 tài xế, mỗi tài xế có đủ 10 lớp. Gộp 4 lớp điện thoại thành 1 làm lớp phone chiếm khoảng 41,6% ảnh train: đây chính là nguồn của mất cân bằng lớp.</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Quy trình nằm trong code: prepare_data tạo manifest và chia theo tài xế, preprocess bỏ ảnh gần trùng và resize. 2.417 ảnh bị loại, áp dụng cho cả train, val và test.</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Giao thức giữ cố định cho mọi mô hình để so sánh công bằng. Epoch được chọn theo val macro-F1, còn test chỉ chạy một lần với checkpoint đã chọn.</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MACs là số phép nhân cộng cho một ảnh, đo bằng bộ đếm FLOP của PyTorch. Hai mô hình nhẹ là ứng viên đưa lên edge, hai ResNet là mốc để xem mất bao nhiêu độ chính xác khi thu nhỏ mô hình.</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Mọi mô hình đều có điểm val cao hơn test, nhưng điều quan trọng hơn là thứ hạng trên val không đoán được thứ hạng trên test. Class weight làm val tăng lên 0,926 nhưng test giảm; ResNet50 có val cao nhất nhưng test thấp nhất. Trên 12 lần chạy, tương quan thứ hạng giữa val và test chỉ 0,35. Lý do: val chỉ có 4 tài xế, được dùng để chọn epoch nên bị lạc quan, và mỗi tài xế có độ khó khác nhau. Vì vậy em không kết luận từ chênh lệch nhỏ, và đã chuẩn bị cross-validation theo tài xế để có điểm ổn định hơn.</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Hai lần chạy cùng cấu hình, seed 42, chỉ khác máy (Kaggle P100 và Colab T4). Điểm lệch khoảng 0,02 đến 0,03, nên chênh lệch dưới mức này giữa hai mô hình chưa chắc là thật. EfficientNet-Lite0 cao nhất ở cả hai lần.</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Em không dừng ở một lần train. Em đã thử: làm sạch dữ liệu, đổi learning rate, weight decay, số epoch trên MobileNetV3, và hai cách xử lý mất cân bằng lớp trên EfficientNet-Lite0 (class weight và sampler cân bằng), mỗi lần chỉ đổi một thứ. Không cách nào vượt mức nhiễu giữa các lần chạy (khoảng 0,03). Đặc biệt cân bằng lớp không cứu được talk_passenger, vì lớp này bị nhầm với reach_grooming do ảnh có tay giơ lên, tức vấn đề nằm ở dữ liệu. Lưu ý: hàng 20 epoch chạy trên Colab còn mặc định của MobileNetV3 chạy trên Kaggle, nên chênh +0,016 nằm trong nhiễu giữa hai máy.</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Mô hình huấn luyện thường quá lớn cho chip edge nên phải thu nhỏ qua hai bước: chọn kiến trúc nhỏ hơn, rồi lượng tử hoá từ số thực 32 bit sang số nguyên 8 bit. Bước đầu mất khả năng biểu diễn; bước sau gây sai số làm tròn, nhỏ ở từng lớp nhưng cộng dồn. Một số lớp như hard-swish và khối squeeze-excite của MobileNetV3 đặc biệt nhạy với làm tròn (đây là giải thích em đưa ra, chưa kiểm chứng riêng). Cách khắc phục: chọn kiến trúc thân thiện lượng tử hoá (EfficientNet-Lite dùng ReLU6), hiệu chỉnh bằng ảnh mẫu, hoặc huấn luyện có tính đến lượng tử hoá (QAT, hướng phát triển).</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Bản FP32 xuất qua ONNX cho điểm giống lúc huấn luyện, nên đường ống đúng. Sau INT8 static, EfficientNet-Lite0 và ResNet18 gần như không đổi điểm; MobileNetV3-Small sập, dù thử minmax, entropy, percentile, qoperator, dynamic. Nguyên nhân em nghi là hard-swish và khối squeeze-excite nhạy với làm tròn; EfficientNet-Lite dùng ReLU6 vốn thiết kế cho lượng tử hoá. Đây là giả thuyết, chưa kiểm chứng riêng.</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Đây là biểu đồ trả lời trực tiếp câu hỏi nghiên cứu: mỗi điểm là một mô hình ở một độ chính xác số học. Càng lên cao càng chính xác, càng sang trái càng nhanh. EfficientNet-Lite0 INT8 nằm ở góc trên bên trái trong các mô hình qua được INT8. MobileNetV3-Small INT8 rất nhanh nhưng độ chính xác sập nên nằm sát đáy.</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Đạt được: giao thức đánh giá trung thực (chia theo tài xế, bỏ ảnh trùng), EfficientNet-Lite0 là mô hình tốt nhất và giữ nguyên độ chính xác sau INT8. Hạn chế: tập test nhỏ nên điểm dao động khoảng 0,03, tốc độ mới đo trên CPU máy tính, MobileNetV3-Small không chịu được INT8 sau huấn luyện, lớp talk_passenger còn yếu do ảnh nhập nhằng. Hướng phát triển: cross-validation theo tài xế, QAT, đo trên chip edge thật, và xem lại nhãn của lớp talk_passenger.</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GiaBa-UTEHY">
    <p:spTree>
      <p:nvGrpSpPr>
        <p:cNvPr id="1" name=""/>
        <p:cNvGrpSpPr/>
        <p:nvPr/>
      </p:nvGrpSpPr>
      <p:grpSpPr>
        <a:xfrm>
          <a:off x="0" y="0"/>
          <a:ext cx="0" cy="0"/>
          <a:chOff x="0" y="0"/>
          <a:chExt cx="0" cy="0"/>
        </a:xfrm>
      </p:grpSpPr>
      <p:pic>
        <p:nvPicPr>
          <p:cNvPr id="20" name="Picture 19" descr="A black background with lines&#10;&#10;Description automatically generated"/>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 y="0"/>
            <a:ext cx="13719239" cy="6858000"/>
          </a:xfrm>
          <a:prstGeom prst="rect">
            <a:avLst/>
          </a:prstGeom>
        </p:spPr>
      </p:pic>
      <p:sp>
        <p:nvSpPr>
          <p:cNvPr id="2" name="Title 1"/>
          <p:cNvSpPr>
            <a:spLocks noGrp="1"/>
          </p:cNvSpPr>
          <p:nvPr>
            <p:ph type="ctrTitle"/>
          </p:nvPr>
        </p:nvSpPr>
        <p:spPr>
          <a:xfrm>
            <a:off x="240481" y="1782501"/>
            <a:ext cx="6596991" cy="1405577"/>
          </a:xfrm>
        </p:spPr>
        <p:txBody>
          <a:bodyPr anchor="ctr">
            <a:noAutofit/>
          </a:bodyPr>
          <a:lstStyle>
            <a:lvl1pPr algn="ctr">
              <a:defRPr sz="4800">
                <a:solidFill>
                  <a:schemeClr val="tx1"/>
                </a:solidFill>
                <a:latin typeface="Times New Roman" panose="02020603050405020304" pitchFamily="18" charset="0"/>
                <a:cs typeface="Times New Roman" panose="02020603050405020304" pitchFamily="18" charset="0"/>
              </a:defRPr>
            </a:lvl1pPr>
          </a:lstStyle>
          <a:p>
            <a:r>
              <a:rPr lang="en-US" dirty="0"/>
              <a:t>Click to edit Master title style</a:t>
            </a:r>
          </a:p>
        </p:txBody>
      </p:sp>
      <p:sp>
        <p:nvSpPr>
          <p:cNvPr id="3" name="Subtitle 2"/>
          <p:cNvSpPr>
            <a:spLocks noGrp="1"/>
          </p:cNvSpPr>
          <p:nvPr>
            <p:ph type="subTitle" idx="1"/>
          </p:nvPr>
        </p:nvSpPr>
        <p:spPr>
          <a:xfrm>
            <a:off x="217087" y="3582634"/>
            <a:ext cx="6620386" cy="1655762"/>
          </a:xfrm>
        </p:spPr>
        <p:txBody>
          <a:bodyPr anchor="ctr">
            <a:normAutofit/>
          </a:bodyPr>
          <a:lstStyle>
            <a:lvl1pPr marL="0" indent="0" algn="ctr">
              <a:buNone/>
              <a:defRPr sz="2800">
                <a:latin typeface="Times New Roman" panose="02020603050405020304" pitchFamily="18" charset="0"/>
                <a:cs typeface="Times New Roman" panose="0202060305040502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fld id="{AD602975-B289-4314-8493-37304AB31C48}" type="datetimeFigureOut">
              <a:rPr lang="en-US" smtClean="0"/>
              <a:t>10/13/2026</a:t>
            </a:fld>
            <a:endParaRPr lang="en-US"/>
          </a:p>
        </p:txBody>
      </p:sp>
      <p:sp>
        <p:nvSpPr>
          <p:cNvPr id="5" name="Footer Placeholder 4"/>
          <p:cNvSpPr>
            <a:spLocks noGrp="1"/>
          </p:cNvSpPr>
          <p:nvPr>
            <p:ph type="ftr" sz="quarter" idx="11"/>
          </p:nvPr>
        </p:nvSpPr>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endParaRPr lang="en-US"/>
          </a:p>
        </p:txBody>
      </p:sp>
      <p:sp>
        <p:nvSpPr>
          <p:cNvPr id="6" name="Slide Number Placeholder 5"/>
          <p:cNvSpPr>
            <a:spLocks noGrp="1"/>
          </p:cNvSpPr>
          <p:nvPr>
            <p:ph type="sldNum" sz="quarter" idx="12"/>
          </p:nvPr>
        </p:nvSpPr>
        <p:spPr>
          <a:xfrm>
            <a:off x="8861164" y="6275903"/>
            <a:ext cx="2743200" cy="365125"/>
          </a:xfrm>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fld id="{61747C95-3AE6-4FC3-BEF5-3AF60B1E4490}" type="slidenum">
              <a:rPr lang="en-US" smtClean="0"/>
              <a:t>‹#›</a:t>
            </a:fld>
            <a:endParaRPr lang="en-US"/>
          </a:p>
        </p:txBody>
      </p:sp>
      <p:pic>
        <p:nvPicPr>
          <p:cNvPr id="18" name="Picture 1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73209" y="331948"/>
            <a:ext cx="6464263" cy="699342"/>
          </a:xfrm>
          <a:prstGeom prst="rect">
            <a:avLst/>
          </a:prstGeom>
        </p:spPr>
      </p:pic>
      <p:pic>
        <p:nvPicPr>
          <p:cNvPr id="17" name="Picture 16" descr="A collage of buildings&#10;&#10;Description automatically generated"/>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6696445" y="426461"/>
            <a:ext cx="5495555" cy="6032004"/>
          </a:xfrm>
          <a:prstGeom prst="rect">
            <a:avLst/>
          </a:prstGeom>
        </p:spPr>
      </p:pic>
      <p:pic>
        <p:nvPicPr>
          <p:cNvPr id="7" name="Picture 1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73209" y="331948"/>
            <a:ext cx="6464263" cy="699342"/>
          </a:xfrm>
          <a:prstGeom prst="rect">
            <a:avLst/>
          </a:prstGeom>
        </p:spPr>
      </p:pic>
      <p:pic>
        <p:nvPicPr>
          <p:cNvPr id="8" name="Picture 16" descr="A collage of buildings&#10;&#10;Description automatically generated"/>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6696445" y="426461"/>
            <a:ext cx="5495555" cy="6032004"/>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1_TRUONG">
    <p:spTree>
      <p:nvGrpSpPr>
        <p:cNvPr id="1" name=""/>
        <p:cNvGrpSpPr/>
        <p:nvPr/>
      </p:nvGrpSpPr>
      <p:grpSpPr>
        <a:xfrm>
          <a:off x="0" y="0"/>
          <a:ext cx="0" cy="0"/>
          <a:chOff x="0" y="0"/>
          <a:chExt cx="0" cy="0"/>
        </a:xfrm>
      </p:grpSpPr>
      <p:pic>
        <p:nvPicPr>
          <p:cNvPr id="20" name="Picture 19" descr="A black background with lines&#10;&#10;Description automatically generated"/>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 y="0"/>
            <a:ext cx="13719239" cy="6858000"/>
          </a:xfrm>
          <a:prstGeom prst="rect">
            <a:avLst/>
          </a:prstGeom>
        </p:spPr>
      </p:pic>
      <p:sp>
        <p:nvSpPr>
          <p:cNvPr id="2" name="Title 1"/>
          <p:cNvSpPr>
            <a:spLocks noGrp="1"/>
          </p:cNvSpPr>
          <p:nvPr>
            <p:ph type="ctrTitle"/>
          </p:nvPr>
        </p:nvSpPr>
        <p:spPr>
          <a:xfrm>
            <a:off x="240481" y="1782501"/>
            <a:ext cx="6596991" cy="1405577"/>
          </a:xfrm>
        </p:spPr>
        <p:txBody>
          <a:bodyPr anchor="ctr">
            <a:noAutofit/>
          </a:bodyPr>
          <a:lstStyle>
            <a:lvl1pPr algn="ctr">
              <a:defRPr sz="4800">
                <a:solidFill>
                  <a:schemeClr val="tx1"/>
                </a:solidFill>
                <a:latin typeface="Times New Roman" panose="02020603050405020304" pitchFamily="18" charset="0"/>
                <a:cs typeface="Times New Roman" panose="02020603050405020304" pitchFamily="18" charset="0"/>
              </a:defRPr>
            </a:lvl1pPr>
          </a:lstStyle>
          <a:p>
            <a:r>
              <a:rPr lang="en-US" dirty="0"/>
              <a:t>Click to edit Master title style</a:t>
            </a:r>
          </a:p>
        </p:txBody>
      </p:sp>
      <p:sp>
        <p:nvSpPr>
          <p:cNvPr id="3" name="Subtitle 2"/>
          <p:cNvSpPr>
            <a:spLocks noGrp="1"/>
          </p:cNvSpPr>
          <p:nvPr>
            <p:ph type="subTitle" idx="1"/>
          </p:nvPr>
        </p:nvSpPr>
        <p:spPr>
          <a:xfrm>
            <a:off x="217087" y="3582634"/>
            <a:ext cx="6620386" cy="1655762"/>
          </a:xfrm>
        </p:spPr>
        <p:txBody>
          <a:bodyPr anchor="ctr">
            <a:normAutofit/>
          </a:bodyPr>
          <a:lstStyle>
            <a:lvl1pPr marL="0" indent="0" algn="ctr">
              <a:buNone/>
              <a:defRPr sz="2800">
                <a:latin typeface="Times New Roman" panose="02020603050405020304" pitchFamily="18" charset="0"/>
                <a:cs typeface="Times New Roman" panose="0202060305040502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fld id="{AD602975-B289-4314-8493-37304AB31C48}" type="datetimeFigureOut">
              <a:rPr lang="en-US" smtClean="0"/>
              <a:t>10/13/2026</a:t>
            </a:fld>
            <a:endParaRPr lang="en-US"/>
          </a:p>
        </p:txBody>
      </p:sp>
      <p:sp>
        <p:nvSpPr>
          <p:cNvPr id="5" name="Footer Placeholder 4"/>
          <p:cNvSpPr>
            <a:spLocks noGrp="1"/>
          </p:cNvSpPr>
          <p:nvPr>
            <p:ph type="ftr" sz="quarter" idx="11"/>
          </p:nvPr>
        </p:nvSpPr>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endParaRPr lang="en-US"/>
          </a:p>
        </p:txBody>
      </p:sp>
      <p:sp>
        <p:nvSpPr>
          <p:cNvPr id="6" name="Slide Number Placeholder 5"/>
          <p:cNvSpPr>
            <a:spLocks noGrp="1"/>
          </p:cNvSpPr>
          <p:nvPr>
            <p:ph type="sldNum" sz="quarter" idx="12"/>
          </p:nvPr>
        </p:nvSpPr>
        <p:spPr>
          <a:xfrm>
            <a:off x="8861164" y="6275903"/>
            <a:ext cx="2743200" cy="365125"/>
          </a:xfrm>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fld id="{61747C95-3AE6-4FC3-BEF5-3AF60B1E4490}" type="slidenum">
              <a:rPr lang="en-US" smtClean="0"/>
              <a:t>‹#›</a:t>
            </a:fld>
            <a:endParaRPr lang="en-US"/>
          </a:p>
        </p:txBody>
      </p:sp>
      <p:pic>
        <p:nvPicPr>
          <p:cNvPr id="18" name="Picture 17"/>
          <p:cNvPicPr>
            <a:picLocks noChangeAspect="1"/>
          </p:cNvPicPr>
          <p:nvPr userDrawn="1"/>
        </p:nvPicPr>
        <p:blipFill>
          <a:blip cstate="print">
            <a:extLst>
              <a:ext uri="{28A0092B-C50C-407E-A947-70E740481C1C}">
                <a14:useLocalDpi xmlns:a14="http://schemas.microsoft.com/office/drawing/2010/main" val="0"/>
              </a:ext>
            </a:extLst>
          </a:blip>
          <a:stretch>
            <a:fillRect/>
          </a:stretch>
        </p:blipFill>
        <p:spPr>
          <a:xfrm>
            <a:off x="373209" y="331948"/>
            <a:ext cx="6464263" cy="699342"/>
          </a:xfrm>
          <a:prstGeom prst="rect">
            <a:avLst/>
          </a:prstGeom>
        </p:spPr>
      </p:pic>
      <p:pic>
        <p:nvPicPr>
          <p:cNvPr id="17" name="Picture 16" descr="A collage of buildings&#10;&#10;Description automatically generated"/>
          <p:cNvPicPr>
            <a:picLocks noChangeAspect="1"/>
          </p:cNvPicPr>
          <p:nvPr userDrawn="1"/>
        </p:nvPicPr>
        <p:blipFill>
          <a:blip cstate="print">
            <a:extLst>
              <a:ext uri="{28A0092B-C50C-407E-A947-70E740481C1C}">
                <a14:useLocalDpi xmlns:a14="http://schemas.microsoft.com/office/drawing/2010/main" val="0"/>
              </a:ext>
            </a:extLst>
          </a:blip>
          <a:stretch>
            <a:fillRect/>
          </a:stretch>
        </p:blipFill>
        <p:spPr>
          <a:xfrm>
            <a:off x="6696445" y="426461"/>
            <a:ext cx="5495555" cy="6032004"/>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KHOA CƠ KHÍ">
    <p:spTree>
      <p:nvGrpSpPr>
        <p:cNvPr id="1" name=""/>
        <p:cNvGrpSpPr/>
        <p:nvPr/>
      </p:nvGrpSpPr>
      <p:grpSpPr>
        <a:xfrm>
          <a:off x="0" y="0"/>
          <a:ext cx="0" cy="0"/>
          <a:chOff x="0" y="0"/>
          <a:chExt cx="0" cy="0"/>
        </a:xfrm>
      </p:grpSpPr>
      <p:pic>
        <p:nvPicPr>
          <p:cNvPr id="20" name="Picture 19" descr="A black background with lines&#10;&#10;Description automatically generated"/>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 y="0"/>
            <a:ext cx="13719239" cy="6858000"/>
          </a:xfrm>
          <a:prstGeom prst="rect">
            <a:avLst/>
          </a:prstGeom>
        </p:spPr>
      </p:pic>
      <p:sp>
        <p:nvSpPr>
          <p:cNvPr id="2" name="Title 1"/>
          <p:cNvSpPr>
            <a:spLocks noGrp="1"/>
          </p:cNvSpPr>
          <p:nvPr>
            <p:ph type="ctrTitle"/>
          </p:nvPr>
        </p:nvSpPr>
        <p:spPr>
          <a:xfrm>
            <a:off x="240481" y="1782501"/>
            <a:ext cx="6596991" cy="1405577"/>
          </a:xfrm>
        </p:spPr>
        <p:txBody>
          <a:bodyPr anchor="ctr">
            <a:noAutofit/>
          </a:bodyPr>
          <a:lstStyle>
            <a:lvl1pPr algn="ctr">
              <a:defRPr sz="4800">
                <a:solidFill>
                  <a:schemeClr val="tx1"/>
                </a:solidFill>
                <a:latin typeface="Times New Roman" panose="02020603050405020304" pitchFamily="18" charset="0"/>
                <a:cs typeface="Times New Roman" panose="02020603050405020304" pitchFamily="18" charset="0"/>
              </a:defRPr>
            </a:lvl1pPr>
          </a:lstStyle>
          <a:p>
            <a:r>
              <a:rPr lang="en-US" dirty="0"/>
              <a:t>Click to edit Master title style</a:t>
            </a:r>
          </a:p>
        </p:txBody>
      </p:sp>
      <p:sp>
        <p:nvSpPr>
          <p:cNvPr id="3" name="Subtitle 2"/>
          <p:cNvSpPr>
            <a:spLocks noGrp="1"/>
          </p:cNvSpPr>
          <p:nvPr>
            <p:ph type="subTitle" idx="1"/>
          </p:nvPr>
        </p:nvSpPr>
        <p:spPr>
          <a:xfrm>
            <a:off x="217087" y="3582634"/>
            <a:ext cx="6620386" cy="1655762"/>
          </a:xfrm>
        </p:spPr>
        <p:txBody>
          <a:bodyPr anchor="ctr">
            <a:normAutofit/>
          </a:bodyPr>
          <a:lstStyle>
            <a:lvl1pPr marL="0" indent="0" algn="ctr">
              <a:buNone/>
              <a:defRPr sz="2800">
                <a:latin typeface="Times New Roman" panose="02020603050405020304" pitchFamily="18" charset="0"/>
                <a:cs typeface="Times New Roman" panose="0202060305040502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fld id="{AD602975-B289-4314-8493-37304AB31C48}" type="datetimeFigureOut">
              <a:rPr lang="en-US" smtClean="0"/>
              <a:t>10/13/2026</a:t>
            </a:fld>
            <a:endParaRPr lang="en-US"/>
          </a:p>
        </p:txBody>
      </p:sp>
      <p:sp>
        <p:nvSpPr>
          <p:cNvPr id="5" name="Footer Placeholder 4"/>
          <p:cNvSpPr>
            <a:spLocks noGrp="1"/>
          </p:cNvSpPr>
          <p:nvPr>
            <p:ph type="ftr" sz="quarter" idx="11"/>
          </p:nvPr>
        </p:nvSpPr>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endParaRPr lang="en-US"/>
          </a:p>
        </p:txBody>
      </p:sp>
      <p:sp>
        <p:nvSpPr>
          <p:cNvPr id="6" name="Slide Number Placeholder 5"/>
          <p:cNvSpPr>
            <a:spLocks noGrp="1"/>
          </p:cNvSpPr>
          <p:nvPr>
            <p:ph type="sldNum" sz="quarter" idx="12"/>
          </p:nvPr>
        </p:nvSpPr>
        <p:spPr>
          <a:xfrm>
            <a:off x="8861164" y="6275903"/>
            <a:ext cx="2743200" cy="365125"/>
          </a:xfrm>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fld id="{61747C95-3AE6-4FC3-BEF5-3AF60B1E4490}" type="slidenum">
              <a:rPr lang="en-US" smtClean="0"/>
              <a:t>‹#›</a:t>
            </a:fld>
            <a:endParaRPr lang="en-US"/>
          </a:p>
        </p:txBody>
      </p:sp>
      <p:pic>
        <p:nvPicPr>
          <p:cNvPr id="17" name="Picture 16" descr="A collage of buildings&#10;&#10;Description automatically generated"/>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6696445" y="426461"/>
            <a:ext cx="5495555" cy="6032004"/>
          </a:xfrm>
          <a:prstGeom prst="rect">
            <a:avLst/>
          </a:prstGeom>
        </p:spPr>
      </p:pic>
      <p:pic>
        <p:nvPicPr>
          <p:cNvPr id="7" name="Picture 6"/>
          <p:cNvPicPr>
            <a:picLocks noChangeAspect="1"/>
          </p:cNvPicPr>
          <p:nvPr userDrawn="1"/>
        </p:nvPicPr>
        <p:blipFill>
          <a:blip r:embed="rId4" cstate="print">
            <a:extLst>
              <a:ext uri="{28A0092B-C50C-407E-A947-70E740481C1C}">
                <a14:useLocalDpi xmlns:a14="http://schemas.microsoft.com/office/drawing/2010/main" val="0"/>
              </a:ext>
            </a:extLst>
          </a:blip>
          <a:srcRect/>
          <a:stretch>
            <a:fillRect/>
          </a:stretch>
        </p:blipFill>
        <p:spPr>
          <a:xfrm>
            <a:off x="433175" y="329805"/>
            <a:ext cx="6048819" cy="831025"/>
          </a:xfrm>
          <a:prstGeom prst="rect">
            <a:avLst/>
          </a:prstGeom>
        </p:spPr>
      </p:pic>
      <p:pic>
        <p:nvPicPr>
          <p:cNvPr id="8" name="Picture 16" descr="A collage of buildings&#10;&#10;Description automatically generated"/>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6696445" y="426461"/>
            <a:ext cx="5495555" cy="6032004"/>
          </a:xfrm>
          <a:prstGeom prst="rect">
            <a:avLst/>
          </a:prstGeom>
        </p:spPr>
      </p:pic>
      <p:pic>
        <p:nvPicPr>
          <p:cNvPr id="9" name="Picture 6"/>
          <p:cNvPicPr>
            <a:picLocks noChangeAspect="1"/>
          </p:cNvPicPr>
          <p:nvPr userDrawn="1"/>
        </p:nvPicPr>
        <p:blipFill>
          <a:blip r:embed="rId4" cstate="print">
            <a:extLst>
              <a:ext uri="{28A0092B-C50C-407E-A947-70E740481C1C}">
                <a14:useLocalDpi xmlns:a14="http://schemas.microsoft.com/office/drawing/2010/main" val="0"/>
              </a:ext>
            </a:extLst>
          </a:blip>
          <a:srcRect/>
          <a:stretch>
            <a:fillRect/>
          </a:stretch>
        </p:blipFill>
        <p:spPr>
          <a:xfrm>
            <a:off x="433175" y="329805"/>
            <a:ext cx="6048819" cy="831025"/>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KHOA CKDL">
    <p:spTree>
      <p:nvGrpSpPr>
        <p:cNvPr id="1" name=""/>
        <p:cNvGrpSpPr/>
        <p:nvPr/>
      </p:nvGrpSpPr>
      <p:grpSpPr>
        <a:xfrm>
          <a:off x="0" y="0"/>
          <a:ext cx="0" cy="0"/>
          <a:chOff x="0" y="0"/>
          <a:chExt cx="0" cy="0"/>
        </a:xfrm>
      </p:grpSpPr>
      <p:pic>
        <p:nvPicPr>
          <p:cNvPr id="20" name="Picture 19" descr="A black background with lines&#10;&#10;Description automatically generated"/>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 y="0"/>
            <a:ext cx="13719239" cy="6858000"/>
          </a:xfrm>
          <a:prstGeom prst="rect">
            <a:avLst/>
          </a:prstGeom>
        </p:spPr>
      </p:pic>
      <p:sp>
        <p:nvSpPr>
          <p:cNvPr id="2" name="Title 1"/>
          <p:cNvSpPr>
            <a:spLocks noGrp="1"/>
          </p:cNvSpPr>
          <p:nvPr>
            <p:ph type="ctrTitle"/>
          </p:nvPr>
        </p:nvSpPr>
        <p:spPr>
          <a:xfrm>
            <a:off x="240481" y="1782501"/>
            <a:ext cx="6596991" cy="1405577"/>
          </a:xfrm>
        </p:spPr>
        <p:txBody>
          <a:bodyPr anchor="ctr">
            <a:noAutofit/>
          </a:bodyPr>
          <a:lstStyle>
            <a:lvl1pPr algn="ctr">
              <a:defRPr sz="4800">
                <a:solidFill>
                  <a:schemeClr val="tx1"/>
                </a:solidFill>
                <a:latin typeface="Times New Roman" panose="02020603050405020304" pitchFamily="18" charset="0"/>
                <a:cs typeface="Times New Roman" panose="02020603050405020304" pitchFamily="18" charset="0"/>
              </a:defRPr>
            </a:lvl1pPr>
          </a:lstStyle>
          <a:p>
            <a:r>
              <a:rPr lang="en-US" dirty="0"/>
              <a:t>Click to edit Master title style</a:t>
            </a:r>
          </a:p>
        </p:txBody>
      </p:sp>
      <p:sp>
        <p:nvSpPr>
          <p:cNvPr id="3" name="Subtitle 2"/>
          <p:cNvSpPr>
            <a:spLocks noGrp="1"/>
          </p:cNvSpPr>
          <p:nvPr>
            <p:ph type="subTitle" idx="1"/>
          </p:nvPr>
        </p:nvSpPr>
        <p:spPr>
          <a:xfrm>
            <a:off x="217087" y="3582634"/>
            <a:ext cx="6620386" cy="1655762"/>
          </a:xfrm>
        </p:spPr>
        <p:txBody>
          <a:bodyPr anchor="ctr">
            <a:normAutofit/>
          </a:bodyPr>
          <a:lstStyle>
            <a:lvl1pPr marL="0" indent="0" algn="ctr">
              <a:buNone/>
              <a:defRPr sz="2800">
                <a:latin typeface="Times New Roman" panose="02020603050405020304" pitchFamily="18" charset="0"/>
                <a:cs typeface="Times New Roman" panose="0202060305040502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fld id="{AD602975-B289-4314-8493-37304AB31C48}" type="datetimeFigureOut">
              <a:rPr lang="en-US" smtClean="0"/>
              <a:t>10/13/2026</a:t>
            </a:fld>
            <a:endParaRPr lang="en-US"/>
          </a:p>
        </p:txBody>
      </p:sp>
      <p:sp>
        <p:nvSpPr>
          <p:cNvPr id="5" name="Footer Placeholder 4"/>
          <p:cNvSpPr>
            <a:spLocks noGrp="1"/>
          </p:cNvSpPr>
          <p:nvPr>
            <p:ph type="ftr" sz="quarter" idx="11"/>
          </p:nvPr>
        </p:nvSpPr>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endParaRPr lang="en-US"/>
          </a:p>
        </p:txBody>
      </p:sp>
      <p:sp>
        <p:nvSpPr>
          <p:cNvPr id="6" name="Slide Number Placeholder 5"/>
          <p:cNvSpPr>
            <a:spLocks noGrp="1"/>
          </p:cNvSpPr>
          <p:nvPr>
            <p:ph type="sldNum" sz="quarter" idx="12"/>
          </p:nvPr>
        </p:nvSpPr>
        <p:spPr>
          <a:xfrm>
            <a:off x="8861164" y="6275903"/>
            <a:ext cx="2743200" cy="365125"/>
          </a:xfrm>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fld id="{61747C95-3AE6-4FC3-BEF5-3AF60B1E4490}" type="slidenum">
              <a:rPr lang="en-US" smtClean="0"/>
              <a:t>‹#›</a:t>
            </a:fld>
            <a:endParaRPr lang="en-US"/>
          </a:p>
        </p:txBody>
      </p:sp>
      <p:pic>
        <p:nvPicPr>
          <p:cNvPr id="18" name="Picture 17"/>
          <p:cNvPicPr>
            <a:picLocks noChangeAspect="1"/>
          </p:cNvPicPr>
          <p:nvPr userDrawn="1"/>
        </p:nvPicPr>
        <p:blipFill>
          <a:blip cstate="print">
            <a:extLst>
              <a:ext uri="{28A0092B-C50C-407E-A947-70E740481C1C}">
                <a14:useLocalDpi xmlns:a14="http://schemas.microsoft.com/office/drawing/2010/main" val="0"/>
              </a:ext>
            </a:extLst>
          </a:blip>
          <a:srcRect/>
          <a:stretch>
            <a:fillRect/>
          </a:stretch>
        </p:blipFill>
        <p:spPr>
          <a:xfrm>
            <a:off x="433172" y="329805"/>
            <a:ext cx="6048826" cy="831026"/>
          </a:xfrm>
          <a:prstGeom prst="rect">
            <a:avLst/>
          </a:prstGeom>
        </p:spPr>
      </p:pic>
      <p:pic>
        <p:nvPicPr>
          <p:cNvPr id="17" name="Picture 16" descr="A collage of buildings&#10;&#10;Description automatically generated"/>
          <p:cNvPicPr>
            <a:picLocks noChangeAspect="1"/>
          </p:cNvPicPr>
          <p:nvPr userDrawn="1"/>
        </p:nvPicPr>
        <p:blipFill>
          <a:blip cstate="print">
            <a:extLst>
              <a:ext uri="{28A0092B-C50C-407E-A947-70E740481C1C}">
                <a14:useLocalDpi xmlns:a14="http://schemas.microsoft.com/office/drawing/2010/main" val="0"/>
              </a:ext>
            </a:extLst>
          </a:blip>
          <a:stretch>
            <a:fillRect/>
          </a:stretch>
        </p:blipFill>
        <p:spPr>
          <a:xfrm>
            <a:off x="6696445" y="426461"/>
            <a:ext cx="5495555" cy="6032004"/>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CN May &amp;TT">
    <p:spTree>
      <p:nvGrpSpPr>
        <p:cNvPr id="1" name=""/>
        <p:cNvGrpSpPr/>
        <p:nvPr/>
      </p:nvGrpSpPr>
      <p:grpSpPr>
        <a:xfrm>
          <a:off x="0" y="0"/>
          <a:ext cx="0" cy="0"/>
          <a:chOff x="0" y="0"/>
          <a:chExt cx="0" cy="0"/>
        </a:xfrm>
      </p:grpSpPr>
      <p:pic>
        <p:nvPicPr>
          <p:cNvPr id="20" name="Picture 19" descr="A black background with lines&#10;&#10;Description automatically generated"/>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 y="0"/>
            <a:ext cx="13719239" cy="6858000"/>
          </a:xfrm>
          <a:prstGeom prst="rect">
            <a:avLst/>
          </a:prstGeom>
        </p:spPr>
      </p:pic>
      <p:sp>
        <p:nvSpPr>
          <p:cNvPr id="2" name="Title 1"/>
          <p:cNvSpPr>
            <a:spLocks noGrp="1"/>
          </p:cNvSpPr>
          <p:nvPr>
            <p:ph type="ctrTitle"/>
          </p:nvPr>
        </p:nvSpPr>
        <p:spPr>
          <a:xfrm>
            <a:off x="240481" y="1782501"/>
            <a:ext cx="6596991" cy="1405577"/>
          </a:xfrm>
        </p:spPr>
        <p:txBody>
          <a:bodyPr anchor="ctr">
            <a:noAutofit/>
          </a:bodyPr>
          <a:lstStyle>
            <a:lvl1pPr algn="ctr">
              <a:defRPr sz="4800">
                <a:solidFill>
                  <a:schemeClr val="tx1"/>
                </a:solidFill>
                <a:latin typeface="Times New Roman" panose="02020603050405020304" pitchFamily="18" charset="0"/>
                <a:cs typeface="Times New Roman" panose="02020603050405020304" pitchFamily="18" charset="0"/>
              </a:defRPr>
            </a:lvl1pPr>
          </a:lstStyle>
          <a:p>
            <a:r>
              <a:rPr lang="en-US" dirty="0"/>
              <a:t>Click to edit Master title style</a:t>
            </a:r>
          </a:p>
        </p:txBody>
      </p:sp>
      <p:sp>
        <p:nvSpPr>
          <p:cNvPr id="3" name="Subtitle 2"/>
          <p:cNvSpPr>
            <a:spLocks noGrp="1"/>
          </p:cNvSpPr>
          <p:nvPr>
            <p:ph type="subTitle" idx="1"/>
          </p:nvPr>
        </p:nvSpPr>
        <p:spPr>
          <a:xfrm>
            <a:off x="217087" y="3582634"/>
            <a:ext cx="6620386" cy="1655762"/>
          </a:xfrm>
        </p:spPr>
        <p:txBody>
          <a:bodyPr anchor="ctr">
            <a:normAutofit/>
          </a:bodyPr>
          <a:lstStyle>
            <a:lvl1pPr marL="0" indent="0" algn="ctr">
              <a:buNone/>
              <a:defRPr sz="2800">
                <a:latin typeface="Times New Roman" panose="02020603050405020304" pitchFamily="18" charset="0"/>
                <a:cs typeface="Times New Roman" panose="0202060305040502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fld id="{AD602975-B289-4314-8493-37304AB31C48}" type="datetimeFigureOut">
              <a:rPr lang="en-US" smtClean="0"/>
              <a:t>10/13/2026</a:t>
            </a:fld>
            <a:endParaRPr lang="en-US"/>
          </a:p>
        </p:txBody>
      </p:sp>
      <p:sp>
        <p:nvSpPr>
          <p:cNvPr id="5" name="Footer Placeholder 4"/>
          <p:cNvSpPr>
            <a:spLocks noGrp="1"/>
          </p:cNvSpPr>
          <p:nvPr>
            <p:ph type="ftr" sz="quarter" idx="11"/>
          </p:nvPr>
        </p:nvSpPr>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endParaRPr lang="en-US"/>
          </a:p>
        </p:txBody>
      </p:sp>
      <p:sp>
        <p:nvSpPr>
          <p:cNvPr id="6" name="Slide Number Placeholder 5"/>
          <p:cNvSpPr>
            <a:spLocks noGrp="1"/>
          </p:cNvSpPr>
          <p:nvPr>
            <p:ph type="sldNum" sz="quarter" idx="12"/>
          </p:nvPr>
        </p:nvSpPr>
        <p:spPr>
          <a:xfrm>
            <a:off x="8861164" y="6275903"/>
            <a:ext cx="2743200" cy="365125"/>
          </a:xfrm>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fld id="{61747C95-3AE6-4FC3-BEF5-3AF60B1E4490}" type="slidenum">
              <a:rPr lang="en-US" smtClean="0"/>
              <a:t>‹#›</a:t>
            </a:fld>
            <a:endParaRPr lang="en-US"/>
          </a:p>
        </p:txBody>
      </p:sp>
      <p:pic>
        <p:nvPicPr>
          <p:cNvPr id="18" name="Picture 17"/>
          <p:cNvPicPr>
            <a:picLocks noChangeAspect="1"/>
          </p:cNvPicPr>
          <p:nvPr userDrawn="1"/>
        </p:nvPicPr>
        <p:blipFill>
          <a:blip cstate="print">
            <a:extLst>
              <a:ext uri="{28A0092B-C50C-407E-A947-70E740481C1C}">
                <a14:useLocalDpi xmlns:a14="http://schemas.microsoft.com/office/drawing/2010/main" val="0"/>
              </a:ext>
            </a:extLst>
          </a:blip>
          <a:srcRect/>
          <a:stretch>
            <a:fillRect/>
          </a:stretch>
        </p:blipFill>
        <p:spPr>
          <a:xfrm>
            <a:off x="433175" y="329805"/>
            <a:ext cx="6048819" cy="831026"/>
          </a:xfrm>
          <a:prstGeom prst="rect">
            <a:avLst/>
          </a:prstGeom>
        </p:spPr>
      </p:pic>
      <p:pic>
        <p:nvPicPr>
          <p:cNvPr id="17" name="Picture 16" descr="A collage of buildings&#10;&#10;Description automatically generated"/>
          <p:cNvPicPr>
            <a:picLocks noChangeAspect="1"/>
          </p:cNvPicPr>
          <p:nvPr userDrawn="1"/>
        </p:nvPicPr>
        <p:blipFill>
          <a:blip cstate="print">
            <a:extLst>
              <a:ext uri="{28A0092B-C50C-407E-A947-70E740481C1C}">
                <a14:useLocalDpi xmlns:a14="http://schemas.microsoft.com/office/drawing/2010/main" val="0"/>
              </a:ext>
            </a:extLst>
          </a:blip>
          <a:stretch>
            <a:fillRect/>
          </a:stretch>
        </p:blipFill>
        <p:spPr>
          <a:xfrm>
            <a:off x="6696445" y="426461"/>
            <a:ext cx="5495555" cy="6032004"/>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CNTT">
    <p:spTree>
      <p:nvGrpSpPr>
        <p:cNvPr id="1" name=""/>
        <p:cNvGrpSpPr/>
        <p:nvPr/>
      </p:nvGrpSpPr>
      <p:grpSpPr>
        <a:xfrm>
          <a:off x="0" y="0"/>
          <a:ext cx="0" cy="0"/>
          <a:chOff x="0" y="0"/>
          <a:chExt cx="0" cy="0"/>
        </a:xfrm>
      </p:grpSpPr>
      <p:pic>
        <p:nvPicPr>
          <p:cNvPr id="20" name="Picture 19" descr="A black background with lines&#10;&#10;Description automatically generated"/>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 y="0"/>
            <a:ext cx="13719239" cy="6858000"/>
          </a:xfrm>
          <a:prstGeom prst="rect">
            <a:avLst/>
          </a:prstGeom>
        </p:spPr>
      </p:pic>
      <p:sp>
        <p:nvSpPr>
          <p:cNvPr id="2" name="Title 1"/>
          <p:cNvSpPr>
            <a:spLocks noGrp="1"/>
          </p:cNvSpPr>
          <p:nvPr>
            <p:ph type="ctrTitle"/>
          </p:nvPr>
        </p:nvSpPr>
        <p:spPr>
          <a:xfrm>
            <a:off x="240481" y="1782501"/>
            <a:ext cx="6596991" cy="1405577"/>
          </a:xfrm>
        </p:spPr>
        <p:txBody>
          <a:bodyPr anchor="ctr">
            <a:noAutofit/>
          </a:bodyPr>
          <a:lstStyle>
            <a:lvl1pPr algn="ctr">
              <a:defRPr sz="4800">
                <a:solidFill>
                  <a:schemeClr val="tx1"/>
                </a:solidFill>
                <a:latin typeface="Times New Roman" panose="02020603050405020304" pitchFamily="18" charset="0"/>
                <a:cs typeface="Times New Roman" panose="02020603050405020304" pitchFamily="18" charset="0"/>
              </a:defRPr>
            </a:lvl1pPr>
          </a:lstStyle>
          <a:p>
            <a:r>
              <a:rPr lang="en-US" dirty="0"/>
              <a:t>Click to edit Master title style</a:t>
            </a:r>
          </a:p>
        </p:txBody>
      </p:sp>
      <p:sp>
        <p:nvSpPr>
          <p:cNvPr id="3" name="Subtitle 2"/>
          <p:cNvSpPr>
            <a:spLocks noGrp="1"/>
          </p:cNvSpPr>
          <p:nvPr>
            <p:ph type="subTitle" idx="1"/>
          </p:nvPr>
        </p:nvSpPr>
        <p:spPr>
          <a:xfrm>
            <a:off x="217087" y="3582634"/>
            <a:ext cx="6620386" cy="1655762"/>
          </a:xfrm>
        </p:spPr>
        <p:txBody>
          <a:bodyPr anchor="ctr">
            <a:normAutofit/>
          </a:bodyPr>
          <a:lstStyle>
            <a:lvl1pPr marL="0" indent="0" algn="ctr">
              <a:buNone/>
              <a:defRPr sz="2800">
                <a:latin typeface="Times New Roman" panose="02020603050405020304" pitchFamily="18" charset="0"/>
                <a:cs typeface="Times New Roman" panose="0202060305040502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fld id="{AD602975-B289-4314-8493-37304AB31C48}" type="datetimeFigureOut">
              <a:rPr lang="en-US" smtClean="0"/>
              <a:t>10/13/2026</a:t>
            </a:fld>
            <a:endParaRPr lang="en-US"/>
          </a:p>
        </p:txBody>
      </p:sp>
      <p:sp>
        <p:nvSpPr>
          <p:cNvPr id="5" name="Footer Placeholder 4"/>
          <p:cNvSpPr>
            <a:spLocks noGrp="1"/>
          </p:cNvSpPr>
          <p:nvPr>
            <p:ph type="ftr" sz="quarter" idx="11"/>
          </p:nvPr>
        </p:nvSpPr>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endParaRPr lang="en-US"/>
          </a:p>
        </p:txBody>
      </p:sp>
      <p:sp>
        <p:nvSpPr>
          <p:cNvPr id="6" name="Slide Number Placeholder 5"/>
          <p:cNvSpPr>
            <a:spLocks noGrp="1"/>
          </p:cNvSpPr>
          <p:nvPr>
            <p:ph type="sldNum" sz="quarter" idx="12"/>
          </p:nvPr>
        </p:nvSpPr>
        <p:spPr>
          <a:xfrm>
            <a:off x="8861164" y="6275903"/>
            <a:ext cx="2743200" cy="365125"/>
          </a:xfrm>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fld id="{61747C95-3AE6-4FC3-BEF5-3AF60B1E4490}" type="slidenum">
              <a:rPr lang="en-US" smtClean="0"/>
              <a:t>‹#›</a:t>
            </a:fld>
            <a:endParaRPr lang="en-US"/>
          </a:p>
        </p:txBody>
      </p:sp>
      <p:pic>
        <p:nvPicPr>
          <p:cNvPr id="18" name="Picture 17"/>
          <p:cNvPicPr>
            <a:picLocks noChangeAspect="1"/>
          </p:cNvPicPr>
          <p:nvPr userDrawn="1"/>
        </p:nvPicPr>
        <p:blipFill>
          <a:blip cstate="print">
            <a:extLst>
              <a:ext uri="{28A0092B-C50C-407E-A947-70E740481C1C}">
                <a14:useLocalDpi xmlns:a14="http://schemas.microsoft.com/office/drawing/2010/main" val="0"/>
              </a:ext>
            </a:extLst>
          </a:blip>
          <a:srcRect/>
          <a:stretch>
            <a:fillRect/>
          </a:stretch>
        </p:blipFill>
        <p:spPr>
          <a:xfrm>
            <a:off x="433175" y="329805"/>
            <a:ext cx="6048819" cy="831025"/>
          </a:xfrm>
          <a:prstGeom prst="rect">
            <a:avLst/>
          </a:prstGeom>
        </p:spPr>
      </p:pic>
      <p:pic>
        <p:nvPicPr>
          <p:cNvPr id="17" name="Picture 16" descr="A collage of buildings&#10;&#10;Description automatically generated"/>
          <p:cNvPicPr>
            <a:picLocks noChangeAspect="1"/>
          </p:cNvPicPr>
          <p:nvPr userDrawn="1"/>
        </p:nvPicPr>
        <p:blipFill>
          <a:blip cstate="print">
            <a:extLst>
              <a:ext uri="{28A0092B-C50C-407E-A947-70E740481C1C}">
                <a14:useLocalDpi xmlns:a14="http://schemas.microsoft.com/office/drawing/2010/main" val="0"/>
              </a:ext>
            </a:extLst>
          </a:blip>
          <a:stretch>
            <a:fillRect/>
          </a:stretch>
        </p:blipFill>
        <p:spPr>
          <a:xfrm>
            <a:off x="6696445" y="426461"/>
            <a:ext cx="5495555" cy="6032004"/>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KHCB">
    <p:spTree>
      <p:nvGrpSpPr>
        <p:cNvPr id="1" name=""/>
        <p:cNvGrpSpPr/>
        <p:nvPr/>
      </p:nvGrpSpPr>
      <p:grpSpPr>
        <a:xfrm>
          <a:off x="0" y="0"/>
          <a:ext cx="0" cy="0"/>
          <a:chOff x="0" y="0"/>
          <a:chExt cx="0" cy="0"/>
        </a:xfrm>
      </p:grpSpPr>
      <p:pic>
        <p:nvPicPr>
          <p:cNvPr id="20" name="Picture 19" descr="A black background with lines&#10;&#10;Description automatically generated"/>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 y="0"/>
            <a:ext cx="13719239" cy="6858000"/>
          </a:xfrm>
          <a:prstGeom prst="rect">
            <a:avLst/>
          </a:prstGeom>
        </p:spPr>
      </p:pic>
      <p:sp>
        <p:nvSpPr>
          <p:cNvPr id="2" name="Title 1"/>
          <p:cNvSpPr>
            <a:spLocks noGrp="1"/>
          </p:cNvSpPr>
          <p:nvPr>
            <p:ph type="ctrTitle"/>
          </p:nvPr>
        </p:nvSpPr>
        <p:spPr>
          <a:xfrm>
            <a:off x="240481" y="1782501"/>
            <a:ext cx="6596991" cy="1405577"/>
          </a:xfrm>
        </p:spPr>
        <p:txBody>
          <a:bodyPr anchor="ctr">
            <a:noAutofit/>
          </a:bodyPr>
          <a:lstStyle>
            <a:lvl1pPr algn="ctr">
              <a:defRPr sz="4800">
                <a:solidFill>
                  <a:schemeClr val="tx1"/>
                </a:solidFill>
                <a:latin typeface="Times New Roman" panose="02020603050405020304" pitchFamily="18" charset="0"/>
                <a:cs typeface="Times New Roman" panose="02020603050405020304" pitchFamily="18" charset="0"/>
              </a:defRPr>
            </a:lvl1pPr>
          </a:lstStyle>
          <a:p>
            <a:r>
              <a:rPr lang="en-US" dirty="0"/>
              <a:t>Click to edit Master title style</a:t>
            </a:r>
          </a:p>
        </p:txBody>
      </p:sp>
      <p:sp>
        <p:nvSpPr>
          <p:cNvPr id="3" name="Subtitle 2"/>
          <p:cNvSpPr>
            <a:spLocks noGrp="1"/>
          </p:cNvSpPr>
          <p:nvPr>
            <p:ph type="subTitle" idx="1"/>
          </p:nvPr>
        </p:nvSpPr>
        <p:spPr>
          <a:xfrm>
            <a:off x="217087" y="3582634"/>
            <a:ext cx="6620386" cy="1655762"/>
          </a:xfrm>
        </p:spPr>
        <p:txBody>
          <a:bodyPr anchor="ctr">
            <a:normAutofit/>
          </a:bodyPr>
          <a:lstStyle>
            <a:lvl1pPr marL="0" indent="0" algn="ctr">
              <a:buNone/>
              <a:defRPr sz="2800">
                <a:latin typeface="Times New Roman" panose="02020603050405020304" pitchFamily="18" charset="0"/>
                <a:cs typeface="Times New Roman" panose="0202060305040502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fld id="{AD602975-B289-4314-8493-37304AB31C48}" type="datetimeFigureOut">
              <a:rPr lang="en-US" smtClean="0"/>
              <a:t>10/13/2026</a:t>
            </a:fld>
            <a:endParaRPr lang="en-US"/>
          </a:p>
        </p:txBody>
      </p:sp>
      <p:sp>
        <p:nvSpPr>
          <p:cNvPr id="5" name="Footer Placeholder 4"/>
          <p:cNvSpPr>
            <a:spLocks noGrp="1"/>
          </p:cNvSpPr>
          <p:nvPr>
            <p:ph type="ftr" sz="quarter" idx="11"/>
          </p:nvPr>
        </p:nvSpPr>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endParaRPr lang="en-US"/>
          </a:p>
        </p:txBody>
      </p:sp>
      <p:sp>
        <p:nvSpPr>
          <p:cNvPr id="6" name="Slide Number Placeholder 5"/>
          <p:cNvSpPr>
            <a:spLocks noGrp="1"/>
          </p:cNvSpPr>
          <p:nvPr>
            <p:ph type="sldNum" sz="quarter" idx="12"/>
          </p:nvPr>
        </p:nvSpPr>
        <p:spPr>
          <a:xfrm>
            <a:off x="8861164" y="6275903"/>
            <a:ext cx="2743200" cy="365125"/>
          </a:xfrm>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fld id="{61747C95-3AE6-4FC3-BEF5-3AF60B1E4490}" type="slidenum">
              <a:rPr lang="en-US" smtClean="0"/>
              <a:t>‹#›</a:t>
            </a:fld>
            <a:endParaRPr lang="en-US"/>
          </a:p>
        </p:txBody>
      </p:sp>
      <p:pic>
        <p:nvPicPr>
          <p:cNvPr id="18" name="Picture 17"/>
          <p:cNvPicPr>
            <a:picLocks noChangeAspect="1"/>
          </p:cNvPicPr>
          <p:nvPr userDrawn="1"/>
        </p:nvPicPr>
        <p:blipFill>
          <a:blip cstate="print">
            <a:extLst>
              <a:ext uri="{28A0092B-C50C-407E-A947-70E740481C1C}">
                <a14:useLocalDpi xmlns:a14="http://schemas.microsoft.com/office/drawing/2010/main" val="0"/>
              </a:ext>
            </a:extLst>
          </a:blip>
          <a:srcRect/>
          <a:stretch>
            <a:fillRect/>
          </a:stretch>
        </p:blipFill>
        <p:spPr>
          <a:xfrm>
            <a:off x="433178" y="329805"/>
            <a:ext cx="6048812" cy="831025"/>
          </a:xfrm>
          <a:prstGeom prst="rect">
            <a:avLst/>
          </a:prstGeom>
        </p:spPr>
      </p:pic>
      <p:pic>
        <p:nvPicPr>
          <p:cNvPr id="17" name="Picture 16" descr="A collage of buildings&#10;&#10;Description automatically generated"/>
          <p:cNvPicPr>
            <a:picLocks noChangeAspect="1"/>
          </p:cNvPicPr>
          <p:nvPr userDrawn="1"/>
        </p:nvPicPr>
        <p:blipFill>
          <a:blip cstate="print">
            <a:extLst>
              <a:ext uri="{28A0092B-C50C-407E-A947-70E740481C1C}">
                <a14:useLocalDpi xmlns:a14="http://schemas.microsoft.com/office/drawing/2010/main" val="0"/>
              </a:ext>
            </a:extLst>
          </a:blip>
          <a:stretch>
            <a:fillRect/>
          </a:stretch>
        </p:blipFill>
        <p:spPr>
          <a:xfrm>
            <a:off x="6696445" y="426461"/>
            <a:ext cx="5495555" cy="6032004"/>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reserve="1">
  <p:cSld name="DĐT">
    <p:spTree>
      <p:nvGrpSpPr>
        <p:cNvPr id="1" name=""/>
        <p:cNvGrpSpPr/>
        <p:nvPr/>
      </p:nvGrpSpPr>
      <p:grpSpPr>
        <a:xfrm>
          <a:off x="0" y="0"/>
          <a:ext cx="0" cy="0"/>
          <a:chOff x="0" y="0"/>
          <a:chExt cx="0" cy="0"/>
        </a:xfrm>
      </p:grpSpPr>
      <p:pic>
        <p:nvPicPr>
          <p:cNvPr id="20" name="Picture 19" descr="A black background with lines&#10;&#10;Description automatically generated"/>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 y="0"/>
            <a:ext cx="13719239" cy="6858000"/>
          </a:xfrm>
          <a:prstGeom prst="rect">
            <a:avLst/>
          </a:prstGeom>
        </p:spPr>
      </p:pic>
      <p:sp>
        <p:nvSpPr>
          <p:cNvPr id="2" name="Title 1"/>
          <p:cNvSpPr>
            <a:spLocks noGrp="1"/>
          </p:cNvSpPr>
          <p:nvPr>
            <p:ph type="ctrTitle"/>
          </p:nvPr>
        </p:nvSpPr>
        <p:spPr>
          <a:xfrm>
            <a:off x="240481" y="1782501"/>
            <a:ext cx="6596991" cy="1405577"/>
          </a:xfrm>
        </p:spPr>
        <p:txBody>
          <a:bodyPr anchor="ctr">
            <a:noAutofit/>
          </a:bodyPr>
          <a:lstStyle>
            <a:lvl1pPr algn="ctr">
              <a:defRPr sz="4800">
                <a:solidFill>
                  <a:schemeClr val="tx1"/>
                </a:solidFill>
                <a:latin typeface="Times New Roman" panose="02020603050405020304" pitchFamily="18" charset="0"/>
                <a:cs typeface="Times New Roman" panose="02020603050405020304" pitchFamily="18" charset="0"/>
              </a:defRPr>
            </a:lvl1pPr>
          </a:lstStyle>
          <a:p>
            <a:r>
              <a:rPr lang="en-US" dirty="0"/>
              <a:t>Click to edit Master title style</a:t>
            </a:r>
          </a:p>
        </p:txBody>
      </p:sp>
      <p:sp>
        <p:nvSpPr>
          <p:cNvPr id="3" name="Subtitle 2"/>
          <p:cNvSpPr>
            <a:spLocks noGrp="1"/>
          </p:cNvSpPr>
          <p:nvPr>
            <p:ph type="subTitle" idx="1"/>
          </p:nvPr>
        </p:nvSpPr>
        <p:spPr>
          <a:xfrm>
            <a:off x="217087" y="3582634"/>
            <a:ext cx="6620386" cy="1655762"/>
          </a:xfrm>
        </p:spPr>
        <p:txBody>
          <a:bodyPr anchor="ctr">
            <a:normAutofit/>
          </a:bodyPr>
          <a:lstStyle>
            <a:lvl1pPr marL="0" indent="0" algn="ctr">
              <a:buNone/>
              <a:defRPr sz="2800">
                <a:latin typeface="Times New Roman" panose="02020603050405020304" pitchFamily="18" charset="0"/>
                <a:cs typeface="Times New Roman" panose="0202060305040502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fld id="{AD602975-B289-4314-8493-37304AB31C48}" type="datetimeFigureOut">
              <a:rPr lang="en-US" smtClean="0"/>
              <a:t>10/13/2026</a:t>
            </a:fld>
            <a:endParaRPr lang="en-US"/>
          </a:p>
        </p:txBody>
      </p:sp>
      <p:sp>
        <p:nvSpPr>
          <p:cNvPr id="5" name="Footer Placeholder 4"/>
          <p:cNvSpPr>
            <a:spLocks noGrp="1"/>
          </p:cNvSpPr>
          <p:nvPr>
            <p:ph type="ftr" sz="quarter" idx="11"/>
          </p:nvPr>
        </p:nvSpPr>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endParaRPr lang="en-US"/>
          </a:p>
        </p:txBody>
      </p:sp>
      <p:sp>
        <p:nvSpPr>
          <p:cNvPr id="6" name="Slide Number Placeholder 5"/>
          <p:cNvSpPr>
            <a:spLocks noGrp="1"/>
          </p:cNvSpPr>
          <p:nvPr>
            <p:ph type="sldNum" sz="quarter" idx="12"/>
          </p:nvPr>
        </p:nvSpPr>
        <p:spPr>
          <a:xfrm>
            <a:off x="8861164" y="6275903"/>
            <a:ext cx="2743200" cy="365125"/>
          </a:xfrm>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fld id="{61747C95-3AE6-4FC3-BEF5-3AF60B1E4490}" type="slidenum">
              <a:rPr lang="en-US" smtClean="0"/>
              <a:t>‹#›</a:t>
            </a:fld>
            <a:endParaRPr lang="en-US"/>
          </a:p>
        </p:txBody>
      </p:sp>
      <p:pic>
        <p:nvPicPr>
          <p:cNvPr id="18" name="Picture 17"/>
          <p:cNvPicPr>
            <a:picLocks noChangeAspect="1"/>
          </p:cNvPicPr>
          <p:nvPr userDrawn="1"/>
        </p:nvPicPr>
        <p:blipFill>
          <a:blip cstate="print">
            <a:extLst>
              <a:ext uri="{28A0092B-C50C-407E-A947-70E740481C1C}">
                <a14:useLocalDpi xmlns:a14="http://schemas.microsoft.com/office/drawing/2010/main" val="0"/>
              </a:ext>
            </a:extLst>
          </a:blip>
          <a:srcRect/>
          <a:stretch>
            <a:fillRect/>
          </a:stretch>
        </p:blipFill>
        <p:spPr>
          <a:xfrm>
            <a:off x="433178" y="329805"/>
            <a:ext cx="6048812" cy="831024"/>
          </a:xfrm>
          <a:prstGeom prst="rect">
            <a:avLst/>
          </a:prstGeom>
        </p:spPr>
      </p:pic>
      <p:pic>
        <p:nvPicPr>
          <p:cNvPr id="17" name="Picture 16" descr="A collage of buildings&#10;&#10;Description automatically generated"/>
          <p:cNvPicPr>
            <a:picLocks noChangeAspect="1"/>
          </p:cNvPicPr>
          <p:nvPr userDrawn="1"/>
        </p:nvPicPr>
        <p:blipFill>
          <a:blip cstate="print">
            <a:extLst>
              <a:ext uri="{28A0092B-C50C-407E-A947-70E740481C1C}">
                <a14:useLocalDpi xmlns:a14="http://schemas.microsoft.com/office/drawing/2010/main" val="0"/>
              </a:ext>
            </a:extLst>
          </a:blip>
          <a:stretch>
            <a:fillRect/>
          </a:stretch>
        </p:blipFill>
        <p:spPr>
          <a:xfrm>
            <a:off x="6696445" y="426461"/>
            <a:ext cx="5495555" cy="6032004"/>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reserve="1">
  <p:cSld name="CNHH &amp;MT">
    <p:spTree>
      <p:nvGrpSpPr>
        <p:cNvPr id="1" name=""/>
        <p:cNvGrpSpPr/>
        <p:nvPr/>
      </p:nvGrpSpPr>
      <p:grpSpPr>
        <a:xfrm>
          <a:off x="0" y="0"/>
          <a:ext cx="0" cy="0"/>
          <a:chOff x="0" y="0"/>
          <a:chExt cx="0" cy="0"/>
        </a:xfrm>
      </p:grpSpPr>
      <p:pic>
        <p:nvPicPr>
          <p:cNvPr id="20" name="Picture 19" descr="A black background with lines&#10;&#10;Description automatically generated"/>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 y="0"/>
            <a:ext cx="13719239" cy="6858000"/>
          </a:xfrm>
          <a:prstGeom prst="rect">
            <a:avLst/>
          </a:prstGeom>
        </p:spPr>
      </p:pic>
      <p:sp>
        <p:nvSpPr>
          <p:cNvPr id="2" name="Title 1"/>
          <p:cNvSpPr>
            <a:spLocks noGrp="1"/>
          </p:cNvSpPr>
          <p:nvPr>
            <p:ph type="ctrTitle"/>
          </p:nvPr>
        </p:nvSpPr>
        <p:spPr>
          <a:xfrm>
            <a:off x="240481" y="1782501"/>
            <a:ext cx="6596991" cy="1405577"/>
          </a:xfrm>
        </p:spPr>
        <p:txBody>
          <a:bodyPr anchor="ctr">
            <a:noAutofit/>
          </a:bodyPr>
          <a:lstStyle>
            <a:lvl1pPr algn="ctr">
              <a:defRPr sz="4800">
                <a:solidFill>
                  <a:schemeClr val="tx1"/>
                </a:solidFill>
                <a:latin typeface="Times New Roman" panose="02020603050405020304" pitchFamily="18" charset="0"/>
                <a:cs typeface="Times New Roman" panose="02020603050405020304" pitchFamily="18" charset="0"/>
              </a:defRPr>
            </a:lvl1pPr>
          </a:lstStyle>
          <a:p>
            <a:r>
              <a:rPr lang="en-US" dirty="0"/>
              <a:t>Click to edit Master title style</a:t>
            </a:r>
          </a:p>
        </p:txBody>
      </p:sp>
      <p:sp>
        <p:nvSpPr>
          <p:cNvPr id="3" name="Subtitle 2"/>
          <p:cNvSpPr>
            <a:spLocks noGrp="1"/>
          </p:cNvSpPr>
          <p:nvPr>
            <p:ph type="subTitle" idx="1"/>
          </p:nvPr>
        </p:nvSpPr>
        <p:spPr>
          <a:xfrm>
            <a:off x="217087" y="3582634"/>
            <a:ext cx="6620386" cy="1655762"/>
          </a:xfrm>
        </p:spPr>
        <p:txBody>
          <a:bodyPr anchor="ctr">
            <a:normAutofit/>
          </a:bodyPr>
          <a:lstStyle>
            <a:lvl1pPr marL="0" indent="0" algn="ctr">
              <a:buNone/>
              <a:defRPr sz="2800">
                <a:latin typeface="Times New Roman" panose="02020603050405020304" pitchFamily="18" charset="0"/>
                <a:cs typeface="Times New Roman" panose="0202060305040502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fld id="{AD602975-B289-4314-8493-37304AB31C48}" type="datetimeFigureOut">
              <a:rPr lang="en-US" smtClean="0"/>
              <a:t>10/13/2026</a:t>
            </a:fld>
            <a:endParaRPr lang="en-US"/>
          </a:p>
        </p:txBody>
      </p:sp>
      <p:sp>
        <p:nvSpPr>
          <p:cNvPr id="5" name="Footer Placeholder 4"/>
          <p:cNvSpPr>
            <a:spLocks noGrp="1"/>
          </p:cNvSpPr>
          <p:nvPr>
            <p:ph type="ftr" sz="quarter" idx="11"/>
          </p:nvPr>
        </p:nvSpPr>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endParaRPr lang="en-US"/>
          </a:p>
        </p:txBody>
      </p:sp>
      <p:sp>
        <p:nvSpPr>
          <p:cNvPr id="6" name="Slide Number Placeholder 5"/>
          <p:cNvSpPr>
            <a:spLocks noGrp="1"/>
          </p:cNvSpPr>
          <p:nvPr>
            <p:ph type="sldNum" sz="quarter" idx="12"/>
          </p:nvPr>
        </p:nvSpPr>
        <p:spPr>
          <a:xfrm>
            <a:off x="8861164" y="6275903"/>
            <a:ext cx="2743200" cy="365125"/>
          </a:xfrm>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fld id="{61747C95-3AE6-4FC3-BEF5-3AF60B1E4490}" type="slidenum">
              <a:rPr lang="en-US" smtClean="0"/>
              <a:t>‹#›</a:t>
            </a:fld>
            <a:endParaRPr lang="en-US"/>
          </a:p>
        </p:txBody>
      </p:sp>
      <p:pic>
        <p:nvPicPr>
          <p:cNvPr id="18" name="Picture 17"/>
          <p:cNvPicPr>
            <a:picLocks noChangeAspect="1"/>
          </p:cNvPicPr>
          <p:nvPr userDrawn="1"/>
        </p:nvPicPr>
        <p:blipFill>
          <a:blip cstate="print">
            <a:extLst>
              <a:ext uri="{28A0092B-C50C-407E-A947-70E740481C1C}">
                <a14:useLocalDpi xmlns:a14="http://schemas.microsoft.com/office/drawing/2010/main" val="0"/>
              </a:ext>
            </a:extLst>
          </a:blip>
          <a:srcRect/>
          <a:stretch>
            <a:fillRect/>
          </a:stretch>
        </p:blipFill>
        <p:spPr>
          <a:xfrm>
            <a:off x="433178" y="334428"/>
            <a:ext cx="6048812" cy="821778"/>
          </a:xfrm>
          <a:prstGeom prst="rect">
            <a:avLst/>
          </a:prstGeom>
        </p:spPr>
      </p:pic>
      <p:pic>
        <p:nvPicPr>
          <p:cNvPr id="17" name="Picture 16" descr="A collage of buildings&#10;&#10;Description automatically generated"/>
          <p:cNvPicPr>
            <a:picLocks noChangeAspect="1"/>
          </p:cNvPicPr>
          <p:nvPr userDrawn="1"/>
        </p:nvPicPr>
        <p:blipFill>
          <a:blip cstate="print">
            <a:extLst>
              <a:ext uri="{28A0092B-C50C-407E-A947-70E740481C1C}">
                <a14:useLocalDpi xmlns:a14="http://schemas.microsoft.com/office/drawing/2010/main" val="0"/>
              </a:ext>
            </a:extLst>
          </a:blip>
          <a:stretch>
            <a:fillRect/>
          </a:stretch>
        </p:blipFill>
        <p:spPr>
          <a:xfrm>
            <a:off x="6696445" y="426461"/>
            <a:ext cx="5495555" cy="6032004"/>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preserve="1">
  <p:cSld name="NN">
    <p:spTree>
      <p:nvGrpSpPr>
        <p:cNvPr id="1" name=""/>
        <p:cNvGrpSpPr/>
        <p:nvPr/>
      </p:nvGrpSpPr>
      <p:grpSpPr>
        <a:xfrm>
          <a:off x="0" y="0"/>
          <a:ext cx="0" cy="0"/>
          <a:chOff x="0" y="0"/>
          <a:chExt cx="0" cy="0"/>
        </a:xfrm>
      </p:grpSpPr>
      <p:pic>
        <p:nvPicPr>
          <p:cNvPr id="20" name="Picture 19" descr="A black background with lines&#10;&#10;Description automatically generated"/>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 y="0"/>
            <a:ext cx="13719239" cy="6858000"/>
          </a:xfrm>
          <a:prstGeom prst="rect">
            <a:avLst/>
          </a:prstGeom>
        </p:spPr>
      </p:pic>
      <p:sp>
        <p:nvSpPr>
          <p:cNvPr id="2" name="Title 1"/>
          <p:cNvSpPr>
            <a:spLocks noGrp="1"/>
          </p:cNvSpPr>
          <p:nvPr>
            <p:ph type="ctrTitle"/>
          </p:nvPr>
        </p:nvSpPr>
        <p:spPr>
          <a:xfrm>
            <a:off x="240481" y="1782501"/>
            <a:ext cx="6596991" cy="1405577"/>
          </a:xfrm>
        </p:spPr>
        <p:txBody>
          <a:bodyPr anchor="ctr">
            <a:noAutofit/>
          </a:bodyPr>
          <a:lstStyle>
            <a:lvl1pPr algn="ctr">
              <a:defRPr sz="4000">
                <a:solidFill>
                  <a:schemeClr val="tx1"/>
                </a:solidFill>
                <a:latin typeface="Times New Roman" panose="02020603050405020304" pitchFamily="18" charset="0"/>
                <a:cs typeface="Times New Roman" panose="02020603050405020304" pitchFamily="18" charset="0"/>
              </a:defRPr>
            </a:lvl1pPr>
          </a:lstStyle>
          <a:p>
            <a:r>
              <a:rPr lang="en-US" dirty="0"/>
              <a:t>Click to edit Master title style</a:t>
            </a:r>
          </a:p>
        </p:txBody>
      </p:sp>
      <p:sp>
        <p:nvSpPr>
          <p:cNvPr id="3" name="Subtitle 2"/>
          <p:cNvSpPr>
            <a:spLocks noGrp="1"/>
          </p:cNvSpPr>
          <p:nvPr>
            <p:ph type="subTitle" idx="1"/>
          </p:nvPr>
        </p:nvSpPr>
        <p:spPr>
          <a:xfrm>
            <a:off x="217087" y="3582634"/>
            <a:ext cx="6620386" cy="1655762"/>
          </a:xfrm>
        </p:spPr>
        <p:txBody>
          <a:bodyPr anchor="ctr">
            <a:normAutofit/>
          </a:bodyPr>
          <a:lstStyle>
            <a:lvl1pPr marL="0" indent="0" algn="ctr">
              <a:buNone/>
              <a:defRPr sz="2800">
                <a:latin typeface="Times New Roman" panose="02020603050405020304" pitchFamily="18" charset="0"/>
                <a:cs typeface="Times New Roman" panose="0202060305040502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fld id="{AD602975-B289-4314-8493-37304AB31C48}" type="datetimeFigureOut">
              <a:rPr lang="en-US" smtClean="0"/>
              <a:t>10/13/2026</a:t>
            </a:fld>
            <a:endParaRPr lang="en-US"/>
          </a:p>
        </p:txBody>
      </p:sp>
      <p:sp>
        <p:nvSpPr>
          <p:cNvPr id="5" name="Footer Placeholder 4"/>
          <p:cNvSpPr>
            <a:spLocks noGrp="1"/>
          </p:cNvSpPr>
          <p:nvPr>
            <p:ph type="ftr" sz="quarter" idx="11"/>
          </p:nvPr>
        </p:nvSpPr>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endParaRPr lang="en-US"/>
          </a:p>
        </p:txBody>
      </p:sp>
      <p:sp>
        <p:nvSpPr>
          <p:cNvPr id="6" name="Slide Number Placeholder 5"/>
          <p:cNvSpPr>
            <a:spLocks noGrp="1"/>
          </p:cNvSpPr>
          <p:nvPr>
            <p:ph type="sldNum" sz="quarter" idx="12"/>
          </p:nvPr>
        </p:nvSpPr>
        <p:spPr>
          <a:xfrm>
            <a:off x="8861164" y="6275903"/>
            <a:ext cx="2743200" cy="365125"/>
          </a:xfrm>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fld id="{61747C95-3AE6-4FC3-BEF5-3AF60B1E4490}" type="slidenum">
              <a:rPr lang="en-US" smtClean="0"/>
              <a:t>‹#›</a:t>
            </a:fld>
            <a:endParaRPr lang="en-US"/>
          </a:p>
        </p:txBody>
      </p:sp>
      <p:pic>
        <p:nvPicPr>
          <p:cNvPr id="18" name="Picture 17"/>
          <p:cNvPicPr>
            <a:picLocks noChangeAspect="1"/>
          </p:cNvPicPr>
          <p:nvPr userDrawn="1"/>
        </p:nvPicPr>
        <p:blipFill>
          <a:blip cstate="print">
            <a:extLst>
              <a:ext uri="{28A0092B-C50C-407E-A947-70E740481C1C}">
                <a14:useLocalDpi xmlns:a14="http://schemas.microsoft.com/office/drawing/2010/main" val="0"/>
              </a:ext>
            </a:extLst>
          </a:blip>
          <a:srcRect/>
          <a:stretch>
            <a:fillRect/>
          </a:stretch>
        </p:blipFill>
        <p:spPr>
          <a:xfrm>
            <a:off x="463289" y="334428"/>
            <a:ext cx="5988589" cy="821778"/>
          </a:xfrm>
          <a:prstGeom prst="rect">
            <a:avLst/>
          </a:prstGeom>
        </p:spPr>
      </p:pic>
      <p:pic>
        <p:nvPicPr>
          <p:cNvPr id="17" name="Picture 16" descr="A collage of buildings&#10;&#10;Description automatically generated"/>
          <p:cNvPicPr>
            <a:picLocks noChangeAspect="1"/>
          </p:cNvPicPr>
          <p:nvPr userDrawn="1"/>
        </p:nvPicPr>
        <p:blipFill>
          <a:blip cstate="print">
            <a:extLst>
              <a:ext uri="{28A0092B-C50C-407E-A947-70E740481C1C}">
                <a14:useLocalDpi xmlns:a14="http://schemas.microsoft.com/office/drawing/2010/main" val="0"/>
              </a:ext>
            </a:extLst>
          </a:blip>
          <a:stretch>
            <a:fillRect/>
          </a:stretch>
        </p:blipFill>
        <p:spPr>
          <a:xfrm>
            <a:off x="6696445" y="426461"/>
            <a:ext cx="5495555" cy="6032004"/>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reserve="1">
  <p:cSld name="KT">
    <p:spTree>
      <p:nvGrpSpPr>
        <p:cNvPr id="1" name=""/>
        <p:cNvGrpSpPr/>
        <p:nvPr/>
      </p:nvGrpSpPr>
      <p:grpSpPr>
        <a:xfrm>
          <a:off x="0" y="0"/>
          <a:ext cx="0" cy="0"/>
          <a:chOff x="0" y="0"/>
          <a:chExt cx="0" cy="0"/>
        </a:xfrm>
      </p:grpSpPr>
      <p:pic>
        <p:nvPicPr>
          <p:cNvPr id="20" name="Picture 19" descr="A black background with lines&#10;&#10;Description automatically generated"/>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 y="0"/>
            <a:ext cx="13719239" cy="6858000"/>
          </a:xfrm>
          <a:prstGeom prst="rect">
            <a:avLst/>
          </a:prstGeom>
        </p:spPr>
      </p:pic>
      <p:sp>
        <p:nvSpPr>
          <p:cNvPr id="2" name="Title 1"/>
          <p:cNvSpPr>
            <a:spLocks noGrp="1"/>
          </p:cNvSpPr>
          <p:nvPr>
            <p:ph type="ctrTitle"/>
          </p:nvPr>
        </p:nvSpPr>
        <p:spPr>
          <a:xfrm>
            <a:off x="240481" y="1782501"/>
            <a:ext cx="6596991" cy="1405577"/>
          </a:xfrm>
        </p:spPr>
        <p:txBody>
          <a:bodyPr anchor="ctr">
            <a:noAutofit/>
          </a:bodyPr>
          <a:lstStyle>
            <a:lvl1pPr algn="ctr">
              <a:defRPr sz="4000">
                <a:solidFill>
                  <a:schemeClr val="tx1"/>
                </a:solidFill>
                <a:latin typeface="Times New Roman" panose="02020603050405020304" pitchFamily="18" charset="0"/>
                <a:cs typeface="Times New Roman" panose="02020603050405020304" pitchFamily="18" charset="0"/>
              </a:defRPr>
            </a:lvl1pPr>
          </a:lstStyle>
          <a:p>
            <a:r>
              <a:rPr lang="en-US" dirty="0"/>
              <a:t>Click to edit Master title style</a:t>
            </a:r>
          </a:p>
        </p:txBody>
      </p:sp>
      <p:sp>
        <p:nvSpPr>
          <p:cNvPr id="3" name="Subtitle 2"/>
          <p:cNvSpPr>
            <a:spLocks noGrp="1"/>
          </p:cNvSpPr>
          <p:nvPr>
            <p:ph type="subTitle" idx="1"/>
          </p:nvPr>
        </p:nvSpPr>
        <p:spPr>
          <a:xfrm>
            <a:off x="217087" y="3582634"/>
            <a:ext cx="6620386" cy="1655762"/>
          </a:xfrm>
        </p:spPr>
        <p:txBody>
          <a:bodyPr anchor="ctr">
            <a:normAutofit/>
          </a:bodyPr>
          <a:lstStyle>
            <a:lvl1pPr marL="0" indent="0" algn="ctr">
              <a:buNone/>
              <a:defRPr sz="2800">
                <a:latin typeface="Times New Roman" panose="02020603050405020304" pitchFamily="18" charset="0"/>
                <a:cs typeface="Times New Roman" panose="0202060305040502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fld id="{AD602975-B289-4314-8493-37304AB31C48}" type="datetimeFigureOut">
              <a:rPr lang="en-US" smtClean="0"/>
              <a:t>10/13/2026</a:t>
            </a:fld>
            <a:endParaRPr lang="en-US"/>
          </a:p>
        </p:txBody>
      </p:sp>
      <p:sp>
        <p:nvSpPr>
          <p:cNvPr id="5" name="Footer Placeholder 4"/>
          <p:cNvSpPr>
            <a:spLocks noGrp="1"/>
          </p:cNvSpPr>
          <p:nvPr>
            <p:ph type="ftr" sz="quarter" idx="11"/>
          </p:nvPr>
        </p:nvSpPr>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endParaRPr lang="en-US"/>
          </a:p>
        </p:txBody>
      </p:sp>
      <p:sp>
        <p:nvSpPr>
          <p:cNvPr id="6" name="Slide Number Placeholder 5"/>
          <p:cNvSpPr>
            <a:spLocks noGrp="1"/>
          </p:cNvSpPr>
          <p:nvPr>
            <p:ph type="sldNum" sz="quarter" idx="12"/>
          </p:nvPr>
        </p:nvSpPr>
        <p:spPr>
          <a:xfrm>
            <a:off x="8861164" y="6275903"/>
            <a:ext cx="2743200" cy="365125"/>
          </a:xfrm>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fld id="{61747C95-3AE6-4FC3-BEF5-3AF60B1E4490}" type="slidenum">
              <a:rPr lang="en-US" smtClean="0"/>
              <a:t>‹#›</a:t>
            </a:fld>
            <a:endParaRPr lang="en-US"/>
          </a:p>
        </p:txBody>
      </p:sp>
      <p:pic>
        <p:nvPicPr>
          <p:cNvPr id="18" name="Picture 17"/>
          <p:cNvPicPr>
            <a:picLocks noChangeAspect="1"/>
          </p:cNvPicPr>
          <p:nvPr userDrawn="1"/>
        </p:nvPicPr>
        <p:blipFill>
          <a:blip cstate="print">
            <a:extLst>
              <a:ext uri="{28A0092B-C50C-407E-A947-70E740481C1C}">
                <a14:useLocalDpi xmlns:a14="http://schemas.microsoft.com/office/drawing/2010/main" val="0"/>
              </a:ext>
            </a:extLst>
          </a:blip>
          <a:srcRect/>
          <a:stretch>
            <a:fillRect/>
          </a:stretch>
        </p:blipFill>
        <p:spPr>
          <a:xfrm>
            <a:off x="466831" y="334428"/>
            <a:ext cx="5981505" cy="821778"/>
          </a:xfrm>
          <a:prstGeom prst="rect">
            <a:avLst/>
          </a:prstGeom>
        </p:spPr>
      </p:pic>
      <p:pic>
        <p:nvPicPr>
          <p:cNvPr id="17" name="Picture 16" descr="A collage of buildings&#10;&#10;Description automatically generated"/>
          <p:cNvPicPr>
            <a:picLocks noChangeAspect="1"/>
          </p:cNvPicPr>
          <p:nvPr userDrawn="1"/>
        </p:nvPicPr>
        <p:blipFill>
          <a:blip cstate="print">
            <a:extLst>
              <a:ext uri="{28A0092B-C50C-407E-A947-70E740481C1C}">
                <a14:useLocalDpi xmlns:a14="http://schemas.microsoft.com/office/drawing/2010/main" val="0"/>
              </a:ext>
            </a:extLst>
          </a:blip>
          <a:stretch>
            <a:fillRect/>
          </a:stretch>
        </p:blipFill>
        <p:spPr>
          <a:xfrm>
            <a:off x="6696445" y="426461"/>
            <a:ext cx="5495555" cy="6032004"/>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SPKT">
    <p:spTree>
      <p:nvGrpSpPr>
        <p:cNvPr id="1" name=""/>
        <p:cNvGrpSpPr/>
        <p:nvPr/>
      </p:nvGrpSpPr>
      <p:grpSpPr>
        <a:xfrm>
          <a:off x="0" y="0"/>
          <a:ext cx="0" cy="0"/>
          <a:chOff x="0" y="0"/>
          <a:chExt cx="0" cy="0"/>
        </a:xfrm>
      </p:grpSpPr>
      <p:pic>
        <p:nvPicPr>
          <p:cNvPr id="20" name="Picture 19" descr="A black background with lines&#10;&#10;Description automatically generated"/>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 y="0"/>
            <a:ext cx="13719239" cy="6858000"/>
          </a:xfrm>
          <a:prstGeom prst="rect">
            <a:avLst/>
          </a:prstGeom>
        </p:spPr>
      </p:pic>
      <p:sp>
        <p:nvSpPr>
          <p:cNvPr id="2" name="Title 1"/>
          <p:cNvSpPr>
            <a:spLocks noGrp="1"/>
          </p:cNvSpPr>
          <p:nvPr>
            <p:ph type="ctrTitle"/>
          </p:nvPr>
        </p:nvSpPr>
        <p:spPr>
          <a:xfrm>
            <a:off x="240481" y="1782501"/>
            <a:ext cx="6596991" cy="1405577"/>
          </a:xfrm>
        </p:spPr>
        <p:txBody>
          <a:bodyPr anchor="ctr">
            <a:noAutofit/>
          </a:bodyPr>
          <a:lstStyle>
            <a:lvl1pPr algn="ctr">
              <a:defRPr sz="4000">
                <a:solidFill>
                  <a:schemeClr val="tx1"/>
                </a:solidFill>
                <a:latin typeface="Times New Roman" panose="02020603050405020304" pitchFamily="18" charset="0"/>
                <a:cs typeface="Times New Roman" panose="02020603050405020304" pitchFamily="18" charset="0"/>
              </a:defRPr>
            </a:lvl1pPr>
          </a:lstStyle>
          <a:p>
            <a:r>
              <a:rPr lang="en-US" dirty="0"/>
              <a:t>Click to edit Master title style</a:t>
            </a:r>
          </a:p>
        </p:txBody>
      </p:sp>
      <p:sp>
        <p:nvSpPr>
          <p:cNvPr id="3" name="Subtitle 2"/>
          <p:cNvSpPr>
            <a:spLocks noGrp="1"/>
          </p:cNvSpPr>
          <p:nvPr>
            <p:ph type="subTitle" idx="1"/>
          </p:nvPr>
        </p:nvSpPr>
        <p:spPr>
          <a:xfrm>
            <a:off x="217087" y="3582634"/>
            <a:ext cx="6620386" cy="1655762"/>
          </a:xfrm>
        </p:spPr>
        <p:txBody>
          <a:bodyPr anchor="ctr">
            <a:normAutofit/>
          </a:bodyPr>
          <a:lstStyle>
            <a:lvl1pPr marL="0" indent="0" algn="ctr">
              <a:buNone/>
              <a:defRPr sz="2800">
                <a:latin typeface="Times New Roman" panose="02020603050405020304" pitchFamily="18" charset="0"/>
                <a:cs typeface="Times New Roman" panose="0202060305040502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fld id="{AD602975-B289-4314-8493-37304AB31C48}" type="datetimeFigureOut">
              <a:rPr lang="en-US" smtClean="0"/>
              <a:t>10/13/2026</a:t>
            </a:fld>
            <a:endParaRPr lang="en-US"/>
          </a:p>
        </p:txBody>
      </p:sp>
      <p:sp>
        <p:nvSpPr>
          <p:cNvPr id="5" name="Footer Placeholder 4"/>
          <p:cNvSpPr>
            <a:spLocks noGrp="1"/>
          </p:cNvSpPr>
          <p:nvPr>
            <p:ph type="ftr" sz="quarter" idx="11"/>
          </p:nvPr>
        </p:nvSpPr>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endParaRPr lang="en-US"/>
          </a:p>
        </p:txBody>
      </p:sp>
      <p:sp>
        <p:nvSpPr>
          <p:cNvPr id="6" name="Slide Number Placeholder 5"/>
          <p:cNvSpPr>
            <a:spLocks noGrp="1"/>
          </p:cNvSpPr>
          <p:nvPr>
            <p:ph type="sldNum" sz="quarter" idx="12"/>
          </p:nvPr>
        </p:nvSpPr>
        <p:spPr>
          <a:xfrm>
            <a:off x="8861164" y="6275903"/>
            <a:ext cx="2743200" cy="365125"/>
          </a:xfrm>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fld id="{61747C95-3AE6-4FC3-BEF5-3AF60B1E4490}" type="slidenum">
              <a:rPr lang="en-US" smtClean="0"/>
              <a:t>‹#›</a:t>
            </a:fld>
            <a:endParaRPr lang="en-US"/>
          </a:p>
        </p:txBody>
      </p:sp>
      <p:pic>
        <p:nvPicPr>
          <p:cNvPr id="18" name="Picture 17"/>
          <p:cNvPicPr>
            <a:picLocks noChangeAspect="1"/>
          </p:cNvPicPr>
          <p:nvPr userDrawn="1"/>
        </p:nvPicPr>
        <p:blipFill>
          <a:blip cstate="print">
            <a:extLst>
              <a:ext uri="{28A0092B-C50C-407E-A947-70E740481C1C}">
                <a14:useLocalDpi xmlns:a14="http://schemas.microsoft.com/office/drawing/2010/main" val="0"/>
              </a:ext>
            </a:extLst>
          </a:blip>
          <a:srcRect/>
          <a:stretch>
            <a:fillRect/>
          </a:stretch>
        </p:blipFill>
        <p:spPr>
          <a:xfrm>
            <a:off x="466831" y="334833"/>
            <a:ext cx="5981505" cy="820967"/>
          </a:xfrm>
          <a:prstGeom prst="rect">
            <a:avLst/>
          </a:prstGeom>
        </p:spPr>
      </p:pic>
      <p:pic>
        <p:nvPicPr>
          <p:cNvPr id="17" name="Picture 16" descr="A collage of buildings&#10;&#10;Description automatically generated"/>
          <p:cNvPicPr>
            <a:picLocks noChangeAspect="1"/>
          </p:cNvPicPr>
          <p:nvPr userDrawn="1"/>
        </p:nvPicPr>
        <p:blipFill>
          <a:blip cstate="print">
            <a:extLst>
              <a:ext uri="{28A0092B-C50C-407E-A947-70E740481C1C}">
                <a14:useLocalDpi xmlns:a14="http://schemas.microsoft.com/office/drawing/2010/main" val="0"/>
              </a:ext>
            </a:extLst>
          </a:blip>
          <a:stretch>
            <a:fillRect/>
          </a:stretch>
        </p:blipFill>
        <p:spPr>
          <a:xfrm>
            <a:off x="6696445" y="426461"/>
            <a:ext cx="5495555" cy="6032004"/>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LLCT">
    <p:spTree>
      <p:nvGrpSpPr>
        <p:cNvPr id="1" name=""/>
        <p:cNvGrpSpPr/>
        <p:nvPr/>
      </p:nvGrpSpPr>
      <p:grpSpPr>
        <a:xfrm>
          <a:off x="0" y="0"/>
          <a:ext cx="0" cy="0"/>
          <a:chOff x="0" y="0"/>
          <a:chExt cx="0" cy="0"/>
        </a:xfrm>
      </p:grpSpPr>
      <p:pic>
        <p:nvPicPr>
          <p:cNvPr id="20" name="Picture 19" descr="A black background with lines&#10;&#10;Description automatically generated"/>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 y="0"/>
            <a:ext cx="13719239" cy="6858000"/>
          </a:xfrm>
          <a:prstGeom prst="rect">
            <a:avLst/>
          </a:prstGeom>
        </p:spPr>
      </p:pic>
      <p:sp>
        <p:nvSpPr>
          <p:cNvPr id="2" name="Title 1"/>
          <p:cNvSpPr>
            <a:spLocks noGrp="1"/>
          </p:cNvSpPr>
          <p:nvPr>
            <p:ph type="ctrTitle"/>
          </p:nvPr>
        </p:nvSpPr>
        <p:spPr>
          <a:xfrm>
            <a:off x="240481" y="1782501"/>
            <a:ext cx="6596991" cy="1405577"/>
          </a:xfrm>
        </p:spPr>
        <p:txBody>
          <a:bodyPr anchor="ctr">
            <a:noAutofit/>
          </a:bodyPr>
          <a:lstStyle>
            <a:lvl1pPr algn="ctr">
              <a:defRPr sz="4000">
                <a:solidFill>
                  <a:schemeClr val="tx1"/>
                </a:solidFill>
                <a:latin typeface="Times New Roman" panose="02020603050405020304" pitchFamily="18" charset="0"/>
                <a:cs typeface="Times New Roman" panose="02020603050405020304" pitchFamily="18" charset="0"/>
              </a:defRPr>
            </a:lvl1pPr>
          </a:lstStyle>
          <a:p>
            <a:r>
              <a:rPr lang="en-US" dirty="0"/>
              <a:t>Click to edit Master title style</a:t>
            </a:r>
          </a:p>
        </p:txBody>
      </p:sp>
      <p:sp>
        <p:nvSpPr>
          <p:cNvPr id="3" name="Subtitle 2"/>
          <p:cNvSpPr>
            <a:spLocks noGrp="1"/>
          </p:cNvSpPr>
          <p:nvPr>
            <p:ph type="subTitle" idx="1"/>
          </p:nvPr>
        </p:nvSpPr>
        <p:spPr>
          <a:xfrm>
            <a:off x="217087" y="3582634"/>
            <a:ext cx="6620386" cy="1655762"/>
          </a:xfrm>
        </p:spPr>
        <p:txBody>
          <a:bodyPr anchor="ctr">
            <a:normAutofit/>
          </a:bodyPr>
          <a:lstStyle>
            <a:lvl1pPr marL="0" indent="0" algn="ctr">
              <a:buNone/>
              <a:defRPr sz="2800">
                <a:latin typeface="Times New Roman" panose="02020603050405020304" pitchFamily="18" charset="0"/>
                <a:cs typeface="Times New Roman" panose="0202060305040502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fld id="{AD602975-B289-4314-8493-37304AB31C48}" type="datetimeFigureOut">
              <a:rPr lang="en-US" smtClean="0"/>
              <a:t>10/13/2026</a:t>
            </a:fld>
            <a:endParaRPr lang="en-US"/>
          </a:p>
        </p:txBody>
      </p:sp>
      <p:sp>
        <p:nvSpPr>
          <p:cNvPr id="5" name="Footer Placeholder 4"/>
          <p:cNvSpPr>
            <a:spLocks noGrp="1"/>
          </p:cNvSpPr>
          <p:nvPr>
            <p:ph type="ftr" sz="quarter" idx="11"/>
          </p:nvPr>
        </p:nvSpPr>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endParaRPr lang="en-US"/>
          </a:p>
        </p:txBody>
      </p:sp>
      <p:sp>
        <p:nvSpPr>
          <p:cNvPr id="6" name="Slide Number Placeholder 5"/>
          <p:cNvSpPr>
            <a:spLocks noGrp="1"/>
          </p:cNvSpPr>
          <p:nvPr>
            <p:ph type="sldNum" sz="quarter" idx="12"/>
          </p:nvPr>
        </p:nvSpPr>
        <p:spPr>
          <a:xfrm>
            <a:off x="8861164" y="6275903"/>
            <a:ext cx="2743200" cy="365125"/>
          </a:xfrm>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fld id="{61747C95-3AE6-4FC3-BEF5-3AF60B1E4490}" type="slidenum">
              <a:rPr lang="en-US" smtClean="0"/>
              <a:t>‹#›</a:t>
            </a:fld>
            <a:endParaRPr lang="en-US"/>
          </a:p>
        </p:txBody>
      </p:sp>
      <p:pic>
        <p:nvPicPr>
          <p:cNvPr id="18" name="Picture 17"/>
          <p:cNvPicPr>
            <a:picLocks noChangeAspect="1"/>
          </p:cNvPicPr>
          <p:nvPr userDrawn="1"/>
        </p:nvPicPr>
        <p:blipFill>
          <a:blip cstate="print">
            <a:extLst>
              <a:ext uri="{28A0092B-C50C-407E-A947-70E740481C1C}">
                <a14:useLocalDpi xmlns:a14="http://schemas.microsoft.com/office/drawing/2010/main" val="0"/>
              </a:ext>
            </a:extLst>
          </a:blip>
          <a:srcRect/>
          <a:stretch>
            <a:fillRect/>
          </a:stretch>
        </p:blipFill>
        <p:spPr>
          <a:xfrm>
            <a:off x="469782" y="334833"/>
            <a:ext cx="5975602" cy="820967"/>
          </a:xfrm>
          <a:prstGeom prst="rect">
            <a:avLst/>
          </a:prstGeom>
        </p:spPr>
      </p:pic>
      <p:pic>
        <p:nvPicPr>
          <p:cNvPr id="17" name="Picture 16" descr="A collage of buildings&#10;&#10;Description automatically generated"/>
          <p:cNvPicPr>
            <a:picLocks noChangeAspect="1"/>
          </p:cNvPicPr>
          <p:nvPr userDrawn="1"/>
        </p:nvPicPr>
        <p:blipFill>
          <a:blip cstate="print">
            <a:extLst>
              <a:ext uri="{28A0092B-C50C-407E-A947-70E740481C1C}">
                <a14:useLocalDpi xmlns:a14="http://schemas.microsoft.com/office/drawing/2010/main" val="0"/>
              </a:ext>
            </a:extLst>
          </a:blip>
          <a:stretch>
            <a:fillRect/>
          </a:stretch>
        </p:blipFill>
        <p:spPr>
          <a:xfrm>
            <a:off x="6696445" y="426461"/>
            <a:ext cx="5495555" cy="6032004"/>
          </a:xfrm>
          <a:prstGeom prst="rect">
            <a:avLst/>
          </a:prstGeom>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GDTC&amp;QP">
    <p:spTree>
      <p:nvGrpSpPr>
        <p:cNvPr id="1" name=""/>
        <p:cNvGrpSpPr/>
        <p:nvPr/>
      </p:nvGrpSpPr>
      <p:grpSpPr>
        <a:xfrm>
          <a:off x="0" y="0"/>
          <a:ext cx="0" cy="0"/>
          <a:chOff x="0" y="0"/>
          <a:chExt cx="0" cy="0"/>
        </a:xfrm>
      </p:grpSpPr>
      <p:pic>
        <p:nvPicPr>
          <p:cNvPr id="20" name="Picture 19" descr="A black background with lines&#10;&#10;Description automatically generated"/>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 y="0"/>
            <a:ext cx="13719239" cy="6858000"/>
          </a:xfrm>
          <a:prstGeom prst="rect">
            <a:avLst/>
          </a:prstGeom>
        </p:spPr>
      </p:pic>
      <p:sp>
        <p:nvSpPr>
          <p:cNvPr id="2" name="Title 1"/>
          <p:cNvSpPr>
            <a:spLocks noGrp="1"/>
          </p:cNvSpPr>
          <p:nvPr>
            <p:ph type="ctrTitle"/>
          </p:nvPr>
        </p:nvSpPr>
        <p:spPr>
          <a:xfrm>
            <a:off x="240481" y="1782501"/>
            <a:ext cx="6596991" cy="1405577"/>
          </a:xfrm>
        </p:spPr>
        <p:txBody>
          <a:bodyPr anchor="ctr">
            <a:noAutofit/>
          </a:bodyPr>
          <a:lstStyle>
            <a:lvl1pPr algn="ctr">
              <a:defRPr sz="4000">
                <a:solidFill>
                  <a:schemeClr val="tx1"/>
                </a:solidFill>
                <a:latin typeface="Times New Roman" panose="02020603050405020304" pitchFamily="18" charset="0"/>
                <a:cs typeface="Times New Roman" panose="02020603050405020304" pitchFamily="18" charset="0"/>
              </a:defRPr>
            </a:lvl1pPr>
          </a:lstStyle>
          <a:p>
            <a:r>
              <a:rPr lang="en-US" dirty="0"/>
              <a:t>Click to edit Master title style</a:t>
            </a:r>
          </a:p>
        </p:txBody>
      </p:sp>
      <p:sp>
        <p:nvSpPr>
          <p:cNvPr id="3" name="Subtitle 2"/>
          <p:cNvSpPr>
            <a:spLocks noGrp="1"/>
          </p:cNvSpPr>
          <p:nvPr>
            <p:ph type="subTitle" idx="1"/>
          </p:nvPr>
        </p:nvSpPr>
        <p:spPr>
          <a:xfrm>
            <a:off x="217087" y="3582634"/>
            <a:ext cx="6620386" cy="1655762"/>
          </a:xfrm>
        </p:spPr>
        <p:txBody>
          <a:bodyPr anchor="ctr">
            <a:normAutofit/>
          </a:bodyPr>
          <a:lstStyle>
            <a:lvl1pPr marL="0" indent="0" algn="ctr">
              <a:buNone/>
              <a:defRPr sz="2800">
                <a:latin typeface="Times New Roman" panose="02020603050405020304" pitchFamily="18" charset="0"/>
                <a:cs typeface="Times New Roman" panose="0202060305040502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fld id="{AD602975-B289-4314-8493-37304AB31C48}" type="datetimeFigureOut">
              <a:rPr lang="en-US" smtClean="0"/>
              <a:t>10/13/2026</a:t>
            </a:fld>
            <a:endParaRPr lang="en-US"/>
          </a:p>
        </p:txBody>
      </p:sp>
      <p:sp>
        <p:nvSpPr>
          <p:cNvPr id="5" name="Footer Placeholder 4"/>
          <p:cNvSpPr>
            <a:spLocks noGrp="1"/>
          </p:cNvSpPr>
          <p:nvPr>
            <p:ph type="ftr" sz="quarter" idx="11"/>
          </p:nvPr>
        </p:nvSpPr>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endParaRPr lang="en-US"/>
          </a:p>
        </p:txBody>
      </p:sp>
      <p:sp>
        <p:nvSpPr>
          <p:cNvPr id="6" name="Slide Number Placeholder 5"/>
          <p:cNvSpPr>
            <a:spLocks noGrp="1"/>
          </p:cNvSpPr>
          <p:nvPr>
            <p:ph type="sldNum" sz="quarter" idx="12"/>
          </p:nvPr>
        </p:nvSpPr>
        <p:spPr>
          <a:xfrm>
            <a:off x="8861164" y="6275903"/>
            <a:ext cx="2743200" cy="365125"/>
          </a:xfrm>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fld id="{61747C95-3AE6-4FC3-BEF5-3AF60B1E4490}" type="slidenum">
              <a:rPr lang="en-US" smtClean="0"/>
              <a:t>‹#›</a:t>
            </a:fld>
            <a:endParaRPr lang="en-US"/>
          </a:p>
        </p:txBody>
      </p:sp>
      <p:pic>
        <p:nvPicPr>
          <p:cNvPr id="18" name="Picture 17"/>
          <p:cNvPicPr>
            <a:picLocks noChangeAspect="1"/>
          </p:cNvPicPr>
          <p:nvPr userDrawn="1"/>
        </p:nvPicPr>
        <p:blipFill>
          <a:blip cstate="print">
            <a:extLst>
              <a:ext uri="{28A0092B-C50C-407E-A947-70E740481C1C}">
                <a14:useLocalDpi xmlns:a14="http://schemas.microsoft.com/office/drawing/2010/main" val="0"/>
              </a:ext>
            </a:extLst>
          </a:blip>
          <a:srcRect/>
          <a:stretch>
            <a:fillRect/>
          </a:stretch>
        </p:blipFill>
        <p:spPr>
          <a:xfrm>
            <a:off x="469782" y="338765"/>
            <a:ext cx="5975602" cy="813102"/>
          </a:xfrm>
          <a:prstGeom prst="rect">
            <a:avLst/>
          </a:prstGeom>
        </p:spPr>
      </p:pic>
      <p:pic>
        <p:nvPicPr>
          <p:cNvPr id="17" name="Picture 16" descr="A collage of buildings&#10;&#10;Description automatically generated"/>
          <p:cNvPicPr>
            <a:picLocks noChangeAspect="1"/>
          </p:cNvPicPr>
          <p:nvPr userDrawn="1"/>
        </p:nvPicPr>
        <p:blipFill>
          <a:blip cstate="print">
            <a:extLst>
              <a:ext uri="{28A0092B-C50C-407E-A947-70E740481C1C}">
                <a14:useLocalDpi xmlns:a14="http://schemas.microsoft.com/office/drawing/2010/main" val="0"/>
              </a:ext>
            </a:extLst>
          </a:blip>
          <a:stretch>
            <a:fillRect/>
          </a:stretch>
        </p:blipFill>
        <p:spPr>
          <a:xfrm>
            <a:off x="6696445" y="426461"/>
            <a:ext cx="5495555" cy="6032004"/>
          </a:xfrm>
          <a:prstGeom prst="rect">
            <a:avLst/>
          </a:prstGeom>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a:xfrm>
            <a:off x="1229" y="0"/>
            <a:ext cx="12189542" cy="6857999"/>
          </a:xfrm>
          <a:prstGeom prst="rect">
            <a:avLst/>
          </a:prstGeom>
        </p:spPr>
      </p:pic>
      <p:sp>
        <p:nvSpPr>
          <p:cNvPr id="2" name="Title 1"/>
          <p:cNvSpPr>
            <a:spLocks noGrp="1"/>
          </p:cNvSpPr>
          <p:nvPr>
            <p:ph type="title"/>
          </p:nvPr>
        </p:nvSpPr>
        <p:spPr>
          <a:xfrm>
            <a:off x="230819" y="1"/>
            <a:ext cx="9619238" cy="681036"/>
          </a:xfrm>
        </p:spPr>
        <p:txBody>
          <a:bodyPr>
            <a:normAutofit/>
          </a:bodyPr>
          <a:lstStyle>
            <a:lvl1pPr>
              <a:defRPr sz="3200"/>
            </a:lvl1pPr>
          </a:lstStyle>
          <a:p>
            <a:r>
              <a:rPr lang="en-US"/>
              <a:t>Click to edit Master title style</a:t>
            </a:r>
          </a:p>
        </p:txBody>
      </p:sp>
      <p:sp>
        <p:nvSpPr>
          <p:cNvPr id="3" name="Content Placeholder 2"/>
          <p:cNvSpPr>
            <a:spLocks noGrp="1"/>
          </p:cNvSpPr>
          <p:nvPr>
            <p:ph idx="1"/>
          </p:nvPr>
        </p:nvSpPr>
        <p:spPr>
          <a:xfrm>
            <a:off x="230819" y="775504"/>
            <a:ext cx="11771791" cy="540145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230819" y="6334918"/>
            <a:ext cx="2743200" cy="365125"/>
          </a:xfrm>
        </p:spPr>
        <p:txBody>
          <a:bodyPr/>
          <a:lstStyle/>
          <a:p>
            <a:fld id="{AD602975-B289-4314-8493-37304AB31C48}" type="datetimeFigureOut">
              <a:rPr lang="en-US" smtClean="0"/>
              <a:t>10/13/2026</a:t>
            </a:fld>
            <a:endParaRPr lang="en-US"/>
          </a:p>
        </p:txBody>
      </p:sp>
      <p:sp>
        <p:nvSpPr>
          <p:cNvPr id="5" name="Footer Placeholder 4"/>
          <p:cNvSpPr>
            <a:spLocks noGrp="1"/>
          </p:cNvSpPr>
          <p:nvPr>
            <p:ph type="ftr" sz="quarter" idx="11"/>
          </p:nvPr>
        </p:nvSpPr>
        <p:spPr>
          <a:xfrm>
            <a:off x="3734909" y="6356350"/>
            <a:ext cx="4114800" cy="365125"/>
          </a:xfrm>
        </p:spPr>
        <p:txBody>
          <a:bodyPr/>
          <a:lstStyle/>
          <a:p>
            <a:endParaRPr lang="en-US"/>
          </a:p>
        </p:txBody>
      </p:sp>
      <p:sp>
        <p:nvSpPr>
          <p:cNvPr id="6" name="Slide Number Placeholder 5"/>
          <p:cNvSpPr>
            <a:spLocks noGrp="1"/>
          </p:cNvSpPr>
          <p:nvPr>
            <p:ph type="sldNum" sz="quarter" idx="12"/>
          </p:nvPr>
        </p:nvSpPr>
        <p:spPr>
          <a:xfrm>
            <a:off x="9338569" y="6414022"/>
            <a:ext cx="2743200" cy="365125"/>
          </a:xfrm>
        </p:spPr>
        <p:txBody>
          <a:bodyPr/>
          <a:lstStyle>
            <a:lvl1pPr>
              <a:defRPr>
                <a:latin typeface="Times New Roman" panose="02020603050405020304" pitchFamily="18" charset="0"/>
                <a:cs typeface="Times New Roman" panose="02020603050405020304" pitchFamily="18" charset="0"/>
              </a:defRPr>
            </a:lvl1pPr>
          </a:lstStyle>
          <a:p>
            <a:fld id="{61747C95-3AE6-4FC3-BEF5-3AF60B1E4490}" type="slidenum">
              <a:rPr lang="en-US" smtClean="0"/>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a:xfrm>
            <a:off x="1229" y="0"/>
            <a:ext cx="12189542" cy="6857999"/>
          </a:xfrm>
          <a:prstGeom prst="rect">
            <a:avLst/>
          </a:prstGeom>
        </p:spPr>
      </p:pic>
      <p:sp>
        <p:nvSpPr>
          <p:cNvPr id="2" name="Title 1"/>
          <p:cNvSpPr>
            <a:spLocks noGrp="1"/>
          </p:cNvSpPr>
          <p:nvPr>
            <p:ph type="title"/>
          </p:nvPr>
        </p:nvSpPr>
        <p:spPr>
          <a:xfrm>
            <a:off x="230819" y="1"/>
            <a:ext cx="9619238" cy="681036"/>
          </a:xfrm>
        </p:spPr>
        <p:txBody>
          <a:bodyPr>
            <a:normAutofit/>
          </a:bodyPr>
          <a:lstStyle>
            <a:lvl1pPr>
              <a:defRPr sz="3200"/>
            </a:lvl1pPr>
          </a:lstStyle>
          <a:p>
            <a:r>
              <a:rPr lang="en-US"/>
              <a:t>Click to edit Master title style</a:t>
            </a:r>
          </a:p>
        </p:txBody>
      </p:sp>
      <p:sp>
        <p:nvSpPr>
          <p:cNvPr id="3" name="Content Placeholder 2"/>
          <p:cNvSpPr>
            <a:spLocks noGrp="1"/>
          </p:cNvSpPr>
          <p:nvPr>
            <p:ph idx="1"/>
          </p:nvPr>
        </p:nvSpPr>
        <p:spPr>
          <a:xfrm>
            <a:off x="230819" y="775504"/>
            <a:ext cx="11771791" cy="540145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230819" y="6334918"/>
            <a:ext cx="2743200" cy="365125"/>
          </a:xfrm>
        </p:spPr>
        <p:txBody>
          <a:bodyPr/>
          <a:lstStyle/>
          <a:p>
            <a:fld id="{AD602975-B289-4314-8493-37304AB31C48}" type="datetimeFigureOut">
              <a:rPr lang="en-US" smtClean="0"/>
              <a:t>10/13/2026</a:t>
            </a:fld>
            <a:endParaRPr lang="en-US"/>
          </a:p>
        </p:txBody>
      </p:sp>
      <p:sp>
        <p:nvSpPr>
          <p:cNvPr id="5" name="Footer Placeholder 4"/>
          <p:cNvSpPr>
            <a:spLocks noGrp="1"/>
          </p:cNvSpPr>
          <p:nvPr>
            <p:ph type="ftr" sz="quarter" idx="11"/>
          </p:nvPr>
        </p:nvSpPr>
        <p:spPr>
          <a:xfrm>
            <a:off x="3734909" y="6356350"/>
            <a:ext cx="4114800" cy="365125"/>
          </a:xfrm>
        </p:spPr>
        <p:txBody>
          <a:bodyPr/>
          <a:lstStyle/>
          <a:p>
            <a:endParaRPr lang="en-US"/>
          </a:p>
        </p:txBody>
      </p:sp>
      <p:sp>
        <p:nvSpPr>
          <p:cNvPr id="6" name="Slide Number Placeholder 5"/>
          <p:cNvSpPr>
            <a:spLocks noGrp="1"/>
          </p:cNvSpPr>
          <p:nvPr>
            <p:ph type="sldNum" sz="quarter" idx="12"/>
          </p:nvPr>
        </p:nvSpPr>
        <p:spPr>
          <a:xfrm>
            <a:off x="9338569" y="6414022"/>
            <a:ext cx="2743200" cy="365125"/>
          </a:xfrm>
        </p:spPr>
        <p:txBody>
          <a:bodyPr/>
          <a:lstStyle>
            <a:lvl1pPr>
              <a:defRPr>
                <a:latin typeface="Times New Roman" panose="02020603050405020304" pitchFamily="18" charset="0"/>
                <a:cs typeface="Times New Roman" panose="02020603050405020304" pitchFamily="18" charset="0"/>
              </a:defRPr>
            </a:lvl1pPr>
          </a:lstStyle>
          <a:p>
            <a:fld id="{61747C95-3AE6-4FC3-BEF5-3AF60B1E4490}" type="slidenum">
              <a:rPr lang="en-US" smtClean="0"/>
              <a:t>‹#›</a:t>
            </a:fld>
            <a:endParaRPr lang="en-US"/>
          </a:p>
        </p:txBody>
      </p:sp>
      <p:pic>
        <p:nvPicPr>
          <p:cNvPr id="9" name="Picture 8" descr="A person holding a card with a bouquet of flowers&#10;&#10;Description automatically generated"/>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877" y="707671"/>
            <a:ext cx="12189541" cy="6150054"/>
          </a:xfrm>
          <a:prstGeom prst="rect">
            <a:avLst/>
          </a:prstGeom>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D602975-B289-4314-8493-37304AB31C48}" type="datetimeFigureOut">
              <a:rPr lang="en-US" smtClean="0"/>
              <a:t>10/13/2026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1747C95-3AE6-4FC3-BEF5-3AF60B1E4490}" type="slidenum">
              <a:rPr lang="en-US" smtClean="0"/>
              <a:t>‹#›</a:t>
            </a:fld>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AD602975-B289-4314-8493-37304AB31C48}" type="datetimeFigureOut">
              <a:rPr lang="en-US" smtClean="0"/>
              <a:t>10/13/2026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1747C95-3AE6-4FC3-BEF5-3AF60B1E4490}" type="slidenum">
              <a:rPr lang="en-US" smtClean="0"/>
              <a:t>‹#›</a:t>
            </a:fld>
            <a:endParaRPr 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AD602975-B289-4314-8493-37304AB31C48}" type="datetimeFigureOut">
              <a:rPr lang="en-US" smtClean="0"/>
              <a:t>10/13/2026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1747C95-3AE6-4FC3-BEF5-3AF60B1E4490}" type="slidenum">
              <a:rPr lang="en-US" smtClean="0"/>
              <a:t>‹#›</a:t>
            </a:fld>
            <a:endParaRPr 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AD602975-B289-4314-8493-37304AB31C48}" type="datetimeFigureOut">
              <a:rPr lang="en-US" smtClean="0"/>
              <a:t>10/13/2026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1747C95-3AE6-4FC3-BEF5-3AF60B1E4490}" type="slidenum">
              <a:rPr lang="en-US" smtClean="0"/>
              <a:t>‹#›</a:t>
            </a:fld>
            <a:endParaRPr 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D602975-B289-4314-8493-37304AB31C48}" type="datetimeFigureOut">
              <a:rPr lang="en-US" smtClean="0"/>
              <a:t>10/13/2026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1747C95-3AE6-4FC3-BEF5-3AF60B1E4490}" type="slidenum">
              <a:rPr lang="en-US" smtClean="0"/>
              <a:t>‹#›</a:t>
            </a:fld>
            <a:endParaRPr lang="en-US"/>
          </a:p>
        </p:txBody>
      </p:sp>
      <p:grpSp>
        <p:nvGrpSpPr>
          <p:cNvPr id="11" name="Group 10"/>
          <p:cNvGrpSpPr/>
          <p:nvPr userDrawn="1"/>
        </p:nvGrpSpPr>
        <p:grpSpPr>
          <a:xfrm>
            <a:off x="5562600" y="-212634"/>
            <a:ext cx="9723120" cy="6568984"/>
            <a:chOff x="5765711" y="766150"/>
            <a:chExt cx="6803076" cy="4596189"/>
          </a:xfrm>
        </p:grpSpPr>
        <p:sp>
          <p:nvSpPr>
            <p:cNvPr id="6" name="Rectangle 5"/>
            <p:cNvSpPr/>
            <p:nvPr userDrawn="1"/>
          </p:nvSpPr>
          <p:spPr>
            <a:xfrm rot="2700000">
              <a:off x="5765711" y="1908218"/>
              <a:ext cx="384721" cy="384721"/>
            </a:xfrm>
            <a:prstGeom prst="rect">
              <a:avLst/>
            </a:prstGeom>
            <a:solidFill>
              <a:srgbClr val="00B0F0"/>
            </a:solidFill>
          </p:spPr>
          <p:style>
            <a:lnRef idx="0">
              <a:schemeClr val="accent4"/>
            </a:lnRef>
            <a:fillRef idx="3">
              <a:schemeClr val="accent4"/>
            </a:fillRef>
            <a:effectRef idx="3">
              <a:schemeClr val="accent4"/>
            </a:effectRef>
            <a:fontRef idx="minor">
              <a:schemeClr val="lt1"/>
            </a:fontRef>
          </p:style>
          <p:txBody>
            <a:bodyPr rtlCol="0" anchor="ctr"/>
            <a:lstStyle/>
            <a:p>
              <a:pPr algn="ctr"/>
              <a:endParaRPr lang="en-US" b="0" cap="none" spc="0">
                <a:ln w="0"/>
                <a:solidFill>
                  <a:schemeClr val="accent1"/>
                </a:solidFill>
                <a:effectLst>
                  <a:outerShdw blurRad="38100" dist="25400" dir="5400000" algn="ctr" rotWithShape="0">
                    <a:srgbClr val="6E747A">
                      <a:alpha val="43000"/>
                    </a:srgbClr>
                  </a:outerShdw>
                </a:effectLst>
              </a:endParaRPr>
            </a:p>
          </p:txBody>
        </p:sp>
        <p:sp>
          <p:nvSpPr>
            <p:cNvPr id="7" name="Rectangle 6"/>
            <p:cNvSpPr/>
            <p:nvPr userDrawn="1"/>
          </p:nvSpPr>
          <p:spPr>
            <a:xfrm rot="2700000">
              <a:off x="6152172" y="2195720"/>
              <a:ext cx="1737049" cy="1737049"/>
            </a:xfrm>
            <a:prstGeom prst="rect">
              <a:avLst/>
            </a:prstGeom>
            <a:solidFill>
              <a:srgbClr val="00B050"/>
            </a:solidFill>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b="0" cap="none" spc="0">
                <a:ln w="0"/>
                <a:solidFill>
                  <a:schemeClr val="accent1"/>
                </a:solidFill>
                <a:effectLst>
                  <a:outerShdw blurRad="38100" dist="25400" dir="5400000" algn="ctr" rotWithShape="0">
                    <a:srgbClr val="6E747A">
                      <a:alpha val="43000"/>
                    </a:srgbClr>
                  </a:outerShdw>
                </a:effectLst>
              </a:endParaRPr>
            </a:p>
          </p:txBody>
        </p:sp>
        <p:sp>
          <p:nvSpPr>
            <p:cNvPr id="9" name="Rectangle 8"/>
            <p:cNvSpPr/>
            <p:nvPr userDrawn="1"/>
          </p:nvSpPr>
          <p:spPr>
            <a:xfrm rot="2700000">
              <a:off x="7310581" y="3251267"/>
              <a:ext cx="1487359" cy="1487359"/>
            </a:xfrm>
            <a:prstGeom prst="rect">
              <a:avLst/>
            </a:prstGeom>
            <a:solidFill>
              <a:srgbClr val="00B0F0"/>
            </a:solidFill>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b="0" cap="none" spc="0">
                <a:ln w="0"/>
                <a:solidFill>
                  <a:schemeClr val="accent1"/>
                </a:solidFill>
                <a:effectLst>
                  <a:outerShdw blurRad="38100" dist="25400" dir="5400000" algn="ctr" rotWithShape="0">
                    <a:srgbClr val="6E747A">
                      <a:alpha val="43000"/>
                    </a:srgbClr>
                  </a:outerShdw>
                </a:effectLst>
              </a:endParaRPr>
            </a:p>
          </p:txBody>
        </p:sp>
        <p:sp>
          <p:nvSpPr>
            <p:cNvPr id="5" name="Rectangle 4"/>
            <p:cNvSpPr/>
            <p:nvPr userDrawn="1"/>
          </p:nvSpPr>
          <p:spPr>
            <a:xfrm rot="2700000">
              <a:off x="7972598" y="766150"/>
              <a:ext cx="4596189" cy="4596189"/>
            </a:xfrm>
            <a:prstGeom prst="rect">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8" name="Rectangle 7"/>
            <p:cNvSpPr/>
            <p:nvPr userDrawn="1"/>
          </p:nvSpPr>
          <p:spPr>
            <a:xfrm rot="2700000">
              <a:off x="6728295" y="2190471"/>
              <a:ext cx="1747549" cy="1747549"/>
            </a:xfrm>
            <a:prstGeom prst="rect">
              <a:avLst/>
            </a:prstGeom>
            <a:solidFill>
              <a:schemeClr val="bg1"/>
            </a:solidFill>
          </p:spPr>
          <p:style>
            <a:lnRef idx="0">
              <a:schemeClr val="accent4"/>
            </a:lnRef>
            <a:fillRef idx="3">
              <a:schemeClr val="accent4"/>
            </a:fillRef>
            <a:effectRef idx="3">
              <a:schemeClr val="accent4"/>
            </a:effectRef>
            <a:fontRef idx="minor">
              <a:schemeClr val="lt1"/>
            </a:fontRef>
          </p:style>
          <p:txBody>
            <a:bodyPr rtlCol="0" anchor="ctr"/>
            <a:lstStyle/>
            <a:p>
              <a:pPr algn="ctr"/>
              <a:endParaRPr lang="en-US" b="0" cap="none" spc="0">
                <a:ln w="0"/>
                <a:solidFill>
                  <a:schemeClr val="accent1"/>
                </a:solidFill>
                <a:effectLst>
                  <a:outerShdw blurRad="38100" dist="25400" dir="5400000" algn="ctr" rotWithShape="0">
                    <a:srgbClr val="6E747A">
                      <a:alpha val="43000"/>
                    </a:srgbClr>
                  </a:outerShdw>
                </a:effectLst>
              </a:endParaRPr>
            </a:p>
          </p:txBody>
        </p:sp>
        <p:sp>
          <p:nvSpPr>
            <p:cNvPr id="10" name="Rectangle 9"/>
            <p:cNvSpPr/>
            <p:nvPr userDrawn="1"/>
          </p:nvSpPr>
          <p:spPr>
            <a:xfrm rot="2700000">
              <a:off x="6248428" y="4310369"/>
              <a:ext cx="544142" cy="544142"/>
            </a:xfrm>
            <a:prstGeom prst="rect">
              <a:avLst/>
            </a:prstGeom>
          </p:spPr>
          <p:style>
            <a:lnRef idx="0">
              <a:schemeClr val="accent4"/>
            </a:lnRef>
            <a:fillRef idx="3">
              <a:schemeClr val="accent4"/>
            </a:fillRef>
            <a:effectRef idx="3">
              <a:schemeClr val="accent4"/>
            </a:effectRef>
            <a:fontRef idx="minor">
              <a:schemeClr val="lt1"/>
            </a:fontRef>
          </p:style>
          <p:txBody>
            <a:bodyPr rtlCol="0" anchor="ctr"/>
            <a:lstStyle/>
            <a:p>
              <a:pPr algn="ctr"/>
              <a:endParaRPr lang="en-US" b="0" cap="none" spc="0">
                <a:ln w="0"/>
                <a:solidFill>
                  <a:schemeClr val="accent1"/>
                </a:solidFill>
                <a:effectLst>
                  <a:outerShdw blurRad="38100" dist="25400" dir="5400000" algn="ctr" rotWithShape="0">
                    <a:srgbClr val="6E747A">
                      <a:alpha val="43000"/>
                    </a:srgbClr>
                  </a:outerShdw>
                </a:effectLst>
              </a:endParaRPr>
            </a:p>
          </p:txBody>
        </p:sp>
      </p:gr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D602975-B289-4314-8493-37304AB31C48}" type="datetimeFigureOut">
              <a:rPr lang="en-US" smtClean="0"/>
              <a:t>10/13/2026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1747C95-3AE6-4FC3-BEF5-3AF60B1E4490}" type="slidenum">
              <a:rPr lang="en-US" smtClean="0"/>
              <a:t>‹#›</a:t>
            </a:fld>
            <a:endParaRPr 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D602975-B289-4314-8493-37304AB31C48}" type="datetimeFigureOut">
              <a:rPr lang="en-US" smtClean="0"/>
              <a:t>10/13/2026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1747C95-3AE6-4FC3-BEF5-3AF60B1E4490}" type="slidenum">
              <a:rPr lang="en-US" smtClean="0"/>
              <a:t>‹#›</a:t>
            </a:fld>
            <a:endParaRPr 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D602975-B289-4314-8493-37304AB31C48}" type="datetimeFigureOut">
              <a:rPr lang="en-US" smtClean="0"/>
              <a:t>10/13/2026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1747C95-3AE6-4FC3-BEF5-3AF60B1E4490}" type="slidenum">
              <a:rPr lang="en-US" smtClean="0"/>
              <a:t>‹#›</a:t>
            </a:fld>
            <a:endParaRPr lang="en-US"/>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D602975-B289-4314-8493-37304AB31C48}" type="datetimeFigureOut">
              <a:rPr lang="en-US" smtClean="0"/>
              <a:t>10/13/2026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1747C95-3AE6-4FC3-BEF5-3AF60B1E4490}"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21803" y="1"/>
            <a:ext cx="9028253" cy="681036"/>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775504"/>
            <a:ext cx="10515600" cy="540145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D602975-B289-4314-8493-37304AB31C48}" type="datetimeFigureOut">
              <a:rPr lang="en-US" smtClean="0"/>
              <a:t>10/13/2026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1747C95-3AE6-4FC3-BEF5-3AF60B1E4490}"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Lst>
  <p:txStyles>
    <p:titleStyle>
      <a:lvl1pPr algn="l" defTabSz="914400" rtl="0" eaLnBrk="1" latinLnBrk="0" hangingPunct="1">
        <a:lnSpc>
          <a:spcPct val="90000"/>
        </a:lnSpc>
        <a:spcBef>
          <a:spcPct val="0"/>
        </a:spcBef>
        <a:buNone/>
        <a:defRPr sz="4000" kern="1200">
          <a:solidFill>
            <a:schemeClr val="bg1"/>
          </a:solidFill>
          <a:latin typeface="Times New Roman" panose="02020603050405020304" pitchFamily="18" charset="0"/>
          <a:ea typeface="+mj-ea"/>
          <a:cs typeface="Times New Roman" panose="02020603050405020304" pitchFamily="18"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imes New Roman" panose="02020603050405020304" pitchFamily="18" charset="0"/>
          <a:ea typeface="+mn-ea"/>
          <a:cs typeface="Times New Roman" panose="02020603050405020304" pitchFamily="18"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mn-ea"/>
          <a:cs typeface="Times New Roman" panose="02020603050405020304" pitchFamily="18"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mn-ea"/>
          <a:cs typeface="Times New Roman" panose="02020603050405020304" pitchFamily="18"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1.xml"/><Relationship Id="rId1" Type="http://schemas.openxmlformats.org/officeDocument/2006/relationships/slideLayout" Target="../slideLayouts/slideLayout15.xml"/></Relationships>
</file>

<file path=ppt/slides/_rels/slide2.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2.xml"/><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3.xml"/><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7.xml"/><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8.xml"/><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1.xml"/><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12.xml"/><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a:xfrm>
            <a:off x="9338569" y="6414022"/>
            <a:ext cx="2743200" cy="365125"/>
          </a:xfrm>
        </p:spPr>
        <p:txBody>
          <a:bodyPr/>
          <a:lstStyle>
            <a:lvl1pPr>
              <a:defRPr>
                <a:latin typeface="Times New Roman" panose="02020603050405020304" pitchFamily="18" charset="0"/>
                <a:cs typeface="Times New Roman" panose="02020603050405020304" pitchFamily="18" charset="0"/>
              </a:defRPr>
            </a:lvl1pPr>
          </a:lstStyle>
          <a:p>
            <a:fld id="{61747C95-3AE6-4FC3-BEF5-3AF60B1E4490}" type="slidenum">
              <a:rPr lang="en-US" sz="1400">
                <a:solidFill>
                  <a:srgbClr val="000000"/>
                </a:solidFill>
                <a:latin typeface="Arial"/>
              </a:rPr>
              <a:t>1</a:t>
            </a:fld>
            <a:endParaRPr lang="en-US"/>
          </a:p>
        </p:txBody>
      </p:sp>
      <p:sp>
        <p:nvSpPr>
          <p:cNvPr id="7" name="DeckTitle"/>
          <p:cNvSpPr txBox="1"/>
          <p:nvPr/>
        </p:nvSpPr>
        <p:spPr>
          <a:xfrm>
            <a:off x="344538" y="2755910"/>
            <a:ext cx="7589520" cy="523220"/>
          </a:xfrm>
          <a:prstGeom prst="rect">
            <a:avLst/>
          </a:prstGeom>
          <a:noFill/>
        </p:spPr>
        <p:txBody>
          <a:bodyPr wrap="square" lIns="0" tIns="0" rIns="0" bIns="0" anchor="t">
            <a:spAutoFit/>
          </a:bodyPr>
          <a:lstStyle/>
          <a:p>
            <a:pPr algn="l">
              <a:spcAft>
                <a:spcPts val="1000"/>
              </a:spcAft>
            </a:pPr>
            <a:r>
              <a:rPr sz="3400" b="1" i="0" dirty="0" err="1">
                <a:solidFill>
                  <a:srgbClr val="000000"/>
                </a:solidFill>
                <a:latin typeface="Arial"/>
              </a:rPr>
              <a:t>Nhận</a:t>
            </a:r>
            <a:r>
              <a:rPr sz="3400" b="1" i="0" dirty="0">
                <a:solidFill>
                  <a:srgbClr val="000000"/>
                </a:solidFill>
                <a:latin typeface="Arial"/>
              </a:rPr>
              <a:t> </a:t>
            </a:r>
            <a:r>
              <a:rPr sz="3400" b="1" i="0" dirty="0" err="1">
                <a:solidFill>
                  <a:srgbClr val="000000"/>
                </a:solidFill>
                <a:latin typeface="Arial"/>
              </a:rPr>
              <a:t>diện</a:t>
            </a:r>
            <a:r>
              <a:rPr sz="3400" b="1" i="0" dirty="0">
                <a:solidFill>
                  <a:srgbClr val="000000"/>
                </a:solidFill>
                <a:latin typeface="Arial"/>
              </a:rPr>
              <a:t> </a:t>
            </a:r>
            <a:r>
              <a:rPr sz="3400" b="1" i="0" dirty="0" err="1">
                <a:solidFill>
                  <a:srgbClr val="000000"/>
                </a:solidFill>
                <a:latin typeface="Arial"/>
              </a:rPr>
              <a:t>tài</a:t>
            </a:r>
            <a:r>
              <a:rPr sz="3400" b="1" i="0" dirty="0">
                <a:solidFill>
                  <a:srgbClr val="000000"/>
                </a:solidFill>
                <a:latin typeface="Arial"/>
              </a:rPr>
              <a:t> </a:t>
            </a:r>
            <a:r>
              <a:rPr sz="3400" b="1" i="0" dirty="0" err="1">
                <a:solidFill>
                  <a:srgbClr val="000000"/>
                </a:solidFill>
                <a:latin typeface="Arial"/>
              </a:rPr>
              <a:t>xế</a:t>
            </a:r>
            <a:r>
              <a:rPr sz="3400" b="1" i="0" dirty="0">
                <a:solidFill>
                  <a:srgbClr val="000000"/>
                </a:solidFill>
                <a:latin typeface="Arial"/>
              </a:rPr>
              <a:t> </a:t>
            </a:r>
            <a:r>
              <a:rPr sz="3400" b="1" i="0" dirty="0" err="1">
                <a:solidFill>
                  <a:srgbClr val="000000"/>
                </a:solidFill>
                <a:latin typeface="Arial"/>
              </a:rPr>
              <a:t>mất</a:t>
            </a:r>
            <a:r>
              <a:rPr sz="3400" b="1" i="0" dirty="0">
                <a:solidFill>
                  <a:srgbClr val="000000"/>
                </a:solidFill>
                <a:latin typeface="Arial"/>
              </a:rPr>
              <a:t> </a:t>
            </a:r>
            <a:r>
              <a:rPr sz="3400" b="1" i="0" dirty="0" err="1">
                <a:solidFill>
                  <a:srgbClr val="000000"/>
                </a:solidFill>
                <a:latin typeface="Arial"/>
              </a:rPr>
              <a:t>tập</a:t>
            </a:r>
            <a:r>
              <a:rPr sz="3400" b="1" i="0" dirty="0">
                <a:solidFill>
                  <a:srgbClr val="000000"/>
                </a:solidFill>
                <a:latin typeface="Arial"/>
              </a:rPr>
              <a:t> </a:t>
            </a:r>
            <a:r>
              <a:rPr sz="3400" b="1" i="0" dirty="0" err="1">
                <a:solidFill>
                  <a:srgbClr val="000000"/>
                </a:solidFill>
                <a:latin typeface="Arial"/>
              </a:rPr>
              <a:t>trung</a:t>
            </a:r>
            <a:endParaRPr sz="2600" b="0" i="0" dirty="0">
              <a:solidFill>
                <a:srgbClr val="474F67"/>
              </a:solidFill>
              <a:latin typeface="Arial"/>
            </a:endParaRPr>
          </a:p>
        </p:txBody>
      </p:sp>
      <p:sp>
        <p:nvSpPr>
          <p:cNvPr id="9" name="TextBox 8"/>
          <p:cNvSpPr txBox="1"/>
          <p:nvPr/>
        </p:nvSpPr>
        <p:spPr>
          <a:xfrm>
            <a:off x="756537" y="4050101"/>
            <a:ext cx="6035040" cy="502920"/>
          </a:xfrm>
          <a:prstGeom prst="rect">
            <a:avLst/>
          </a:prstGeom>
          <a:noFill/>
        </p:spPr>
        <p:txBody>
          <a:bodyPr wrap="square" lIns="0" tIns="0" rIns="0" bIns="0" anchor="t">
            <a:spAutoFit/>
          </a:bodyPr>
          <a:lstStyle/>
          <a:p>
            <a:pPr algn="l">
              <a:spcAft>
                <a:spcPts val="600"/>
              </a:spcAft>
            </a:pPr>
            <a:r>
              <a:rPr sz="2800" b="0" i="0" dirty="0">
                <a:solidFill>
                  <a:srgbClr val="000000"/>
                </a:solidFill>
                <a:latin typeface="Arial"/>
              </a:rPr>
              <a:t>Presenter: Huy Tran Gia</a:t>
            </a:r>
          </a:p>
        </p:txBody>
      </p:sp>
      <p:pic>
        <p:nvPicPr>
          <p:cNvPr id="3" name="Picture 2">
            <a:extLst>
              <a:ext uri="{FF2B5EF4-FFF2-40B4-BE49-F238E27FC236}">
                <a16:creationId xmlns:a16="http://schemas.microsoft.com/office/drawing/2014/main" id="{7AF56CD6-8D33-CEFC-5305-A30B0076491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91577" y="1577915"/>
            <a:ext cx="5057775" cy="35814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6072" y="9144"/>
            <a:ext cx="9144000" cy="676656"/>
          </a:xfrm>
        </p:spPr>
        <p:txBody>
          <a:bodyPr anchor="ctr"/>
          <a:lstStyle/>
          <a:p>
            <a:r>
              <a:rPr sz="2400" b="1" dirty="0" err="1">
                <a:solidFill>
                  <a:srgbClr val="FFFFFF"/>
                </a:solidFill>
                <a:latin typeface="Arial"/>
              </a:rPr>
              <a:t>Bài</a:t>
            </a:r>
            <a:r>
              <a:rPr sz="2400" b="1" dirty="0">
                <a:solidFill>
                  <a:srgbClr val="FFFFFF"/>
                </a:solidFill>
                <a:latin typeface="Arial"/>
              </a:rPr>
              <a:t> </a:t>
            </a:r>
            <a:r>
              <a:rPr sz="2400" b="1" dirty="0" err="1">
                <a:solidFill>
                  <a:srgbClr val="FFFFFF"/>
                </a:solidFill>
                <a:latin typeface="Arial"/>
              </a:rPr>
              <a:t>toán</a:t>
            </a:r>
            <a:r>
              <a:rPr sz="2400" b="1" dirty="0">
                <a:solidFill>
                  <a:srgbClr val="FFFFFF"/>
                </a:solidFill>
                <a:latin typeface="Arial"/>
              </a:rPr>
              <a:t> </a:t>
            </a:r>
          </a:p>
        </p:txBody>
      </p:sp>
      <p:sp>
        <p:nvSpPr>
          <p:cNvPr id="6" name="Slide Number Placeholder 5"/>
          <p:cNvSpPr>
            <a:spLocks noGrp="1"/>
          </p:cNvSpPr>
          <p:nvPr>
            <p:ph type="sldNum" sz="quarter" idx="12"/>
          </p:nvPr>
        </p:nvSpPr>
        <p:spPr>
          <a:xfrm>
            <a:off x="9338569" y="6414022"/>
            <a:ext cx="2743200" cy="365125"/>
          </a:xfrm>
        </p:spPr>
        <p:txBody>
          <a:bodyPr/>
          <a:lstStyle>
            <a:lvl1pPr>
              <a:defRPr>
                <a:latin typeface="Times New Roman" panose="02020603050405020304" pitchFamily="18" charset="0"/>
                <a:cs typeface="Times New Roman" panose="02020603050405020304" pitchFamily="18" charset="0"/>
              </a:defRPr>
            </a:lvl1pPr>
          </a:lstStyle>
          <a:p>
            <a:fld id="{61747C95-3AE6-4FC3-BEF5-3AF60B1E4490}" type="slidenum">
              <a:rPr lang="en-US" sz="1400">
                <a:solidFill>
                  <a:srgbClr val="000000"/>
                </a:solidFill>
                <a:latin typeface="Arial"/>
              </a:rPr>
              <a:t>2</a:t>
            </a:fld>
            <a:endParaRPr lang="en-US"/>
          </a:p>
        </p:txBody>
      </p:sp>
      <p:sp>
        <p:nvSpPr>
          <p:cNvPr id="7" name="TextBox 6"/>
          <p:cNvSpPr txBox="1"/>
          <p:nvPr/>
        </p:nvSpPr>
        <p:spPr>
          <a:xfrm>
            <a:off x="576072" y="914400"/>
            <a:ext cx="11064240" cy="553998"/>
          </a:xfrm>
          <a:prstGeom prst="rect">
            <a:avLst/>
          </a:prstGeom>
          <a:noFill/>
        </p:spPr>
        <p:txBody>
          <a:bodyPr wrap="square" lIns="0" tIns="0" rIns="0" bIns="0" anchor="t">
            <a:spAutoFit/>
          </a:bodyPr>
          <a:lstStyle/>
          <a:p>
            <a:pPr algn="l">
              <a:spcAft>
                <a:spcPts val="600"/>
              </a:spcAft>
            </a:pPr>
            <a:r>
              <a:rPr sz="1800" b="1" i="0" dirty="0" err="1">
                <a:solidFill>
                  <a:srgbClr val="1D2939"/>
                </a:solidFill>
                <a:latin typeface="Arial"/>
              </a:rPr>
              <a:t>Bài</a:t>
            </a:r>
            <a:r>
              <a:rPr sz="1800" b="1" i="0" dirty="0">
                <a:solidFill>
                  <a:srgbClr val="1D2939"/>
                </a:solidFill>
                <a:latin typeface="Arial"/>
              </a:rPr>
              <a:t> </a:t>
            </a:r>
            <a:r>
              <a:rPr sz="1800" b="1" i="0" dirty="0" err="1">
                <a:solidFill>
                  <a:srgbClr val="1D2939"/>
                </a:solidFill>
                <a:latin typeface="Arial"/>
              </a:rPr>
              <a:t>toán</a:t>
            </a:r>
            <a:r>
              <a:rPr sz="1800" b="1" i="0" dirty="0">
                <a:solidFill>
                  <a:srgbClr val="1D2939"/>
                </a:solidFill>
                <a:latin typeface="Arial"/>
              </a:rPr>
              <a:t>: </a:t>
            </a:r>
            <a:r>
              <a:rPr sz="1800" b="0" i="0" dirty="0" err="1">
                <a:solidFill>
                  <a:srgbClr val="474F67"/>
                </a:solidFill>
                <a:latin typeface="Arial"/>
              </a:rPr>
              <a:t>từ</a:t>
            </a:r>
            <a:r>
              <a:rPr sz="1800" b="0" i="0" dirty="0">
                <a:solidFill>
                  <a:srgbClr val="474F67"/>
                </a:solidFill>
                <a:latin typeface="Arial"/>
              </a:rPr>
              <a:t> </a:t>
            </a:r>
            <a:r>
              <a:rPr sz="1800" b="0" i="0" dirty="0" err="1">
                <a:solidFill>
                  <a:srgbClr val="474F67"/>
                </a:solidFill>
                <a:latin typeface="Arial"/>
              </a:rPr>
              <a:t>một</a:t>
            </a:r>
            <a:r>
              <a:rPr sz="1800" b="0" i="0" dirty="0">
                <a:solidFill>
                  <a:srgbClr val="474F67"/>
                </a:solidFill>
                <a:latin typeface="Arial"/>
              </a:rPr>
              <a:t> </a:t>
            </a:r>
            <a:r>
              <a:rPr sz="1800" b="0" i="0" dirty="0" err="1">
                <a:solidFill>
                  <a:srgbClr val="474F67"/>
                </a:solidFill>
                <a:latin typeface="Arial"/>
              </a:rPr>
              <a:t>ảnh</a:t>
            </a:r>
            <a:r>
              <a:rPr sz="1800" b="0" i="0" dirty="0">
                <a:solidFill>
                  <a:srgbClr val="474F67"/>
                </a:solidFill>
                <a:latin typeface="Arial"/>
              </a:rPr>
              <a:t> camera </a:t>
            </a:r>
            <a:r>
              <a:rPr sz="1800" b="0" i="0" dirty="0" err="1">
                <a:solidFill>
                  <a:srgbClr val="474F67"/>
                </a:solidFill>
                <a:latin typeface="Arial"/>
              </a:rPr>
              <a:t>trong</a:t>
            </a:r>
            <a:r>
              <a:rPr sz="1800" b="0" i="0" dirty="0">
                <a:solidFill>
                  <a:srgbClr val="474F67"/>
                </a:solidFill>
                <a:latin typeface="Arial"/>
              </a:rPr>
              <a:t> </a:t>
            </a:r>
            <a:r>
              <a:rPr sz="1800" b="0" i="0" dirty="0" err="1">
                <a:solidFill>
                  <a:srgbClr val="474F67"/>
                </a:solidFill>
                <a:latin typeface="Arial"/>
              </a:rPr>
              <a:t>xe</a:t>
            </a:r>
            <a:r>
              <a:rPr sz="1800" b="0" i="0" dirty="0">
                <a:solidFill>
                  <a:srgbClr val="474F67"/>
                </a:solidFill>
                <a:latin typeface="Arial"/>
              </a:rPr>
              <a:t>, </a:t>
            </a:r>
            <a:r>
              <a:rPr sz="1800" b="0" i="0" dirty="0" err="1">
                <a:solidFill>
                  <a:srgbClr val="474F67"/>
                </a:solidFill>
                <a:latin typeface="Arial"/>
              </a:rPr>
              <a:t>phân</a:t>
            </a:r>
            <a:r>
              <a:rPr sz="1800" b="0" i="0" dirty="0">
                <a:solidFill>
                  <a:srgbClr val="474F67"/>
                </a:solidFill>
                <a:latin typeface="Arial"/>
              </a:rPr>
              <a:t> </a:t>
            </a:r>
            <a:r>
              <a:rPr sz="1800" b="0" i="0" dirty="0" err="1">
                <a:solidFill>
                  <a:srgbClr val="474F67"/>
                </a:solidFill>
                <a:latin typeface="Arial"/>
              </a:rPr>
              <a:t>loại</a:t>
            </a:r>
            <a:r>
              <a:rPr sz="1800" b="0" i="0" dirty="0">
                <a:solidFill>
                  <a:srgbClr val="474F67"/>
                </a:solidFill>
                <a:latin typeface="Arial"/>
              </a:rPr>
              <a:t> </a:t>
            </a:r>
            <a:r>
              <a:rPr sz="1800" b="0" i="0" dirty="0" err="1">
                <a:solidFill>
                  <a:srgbClr val="474F67"/>
                </a:solidFill>
                <a:latin typeface="Arial"/>
              </a:rPr>
              <a:t>tài</a:t>
            </a:r>
            <a:r>
              <a:rPr sz="1800" b="0" i="0" dirty="0">
                <a:solidFill>
                  <a:srgbClr val="474F67"/>
                </a:solidFill>
                <a:latin typeface="Arial"/>
              </a:rPr>
              <a:t> </a:t>
            </a:r>
            <a:r>
              <a:rPr sz="1800" b="0" i="0" dirty="0" err="1">
                <a:solidFill>
                  <a:srgbClr val="474F67"/>
                </a:solidFill>
                <a:latin typeface="Arial"/>
              </a:rPr>
              <a:t>xế</a:t>
            </a:r>
            <a:r>
              <a:rPr sz="1800" b="0" i="0" dirty="0">
                <a:solidFill>
                  <a:srgbClr val="474F67"/>
                </a:solidFill>
                <a:latin typeface="Arial"/>
              </a:rPr>
              <a:t> </a:t>
            </a:r>
            <a:r>
              <a:rPr sz="1800" b="0" i="0" dirty="0" err="1">
                <a:solidFill>
                  <a:srgbClr val="474F67"/>
                </a:solidFill>
                <a:latin typeface="Arial"/>
              </a:rPr>
              <a:t>đang</a:t>
            </a:r>
            <a:r>
              <a:rPr sz="1800" b="0" i="0" dirty="0">
                <a:solidFill>
                  <a:srgbClr val="474F67"/>
                </a:solidFill>
                <a:latin typeface="Arial"/>
              </a:rPr>
              <a:t> </a:t>
            </a:r>
            <a:r>
              <a:rPr sz="1800" b="0" i="0" dirty="0" err="1">
                <a:solidFill>
                  <a:srgbClr val="474F67"/>
                </a:solidFill>
                <a:latin typeface="Arial"/>
              </a:rPr>
              <a:t>làm</a:t>
            </a:r>
            <a:r>
              <a:rPr sz="1800" b="0" i="0" dirty="0">
                <a:solidFill>
                  <a:srgbClr val="474F67"/>
                </a:solidFill>
                <a:latin typeface="Arial"/>
              </a:rPr>
              <a:t> </a:t>
            </a:r>
            <a:r>
              <a:rPr sz="1800" b="0" i="0" dirty="0" err="1">
                <a:solidFill>
                  <a:srgbClr val="474F67"/>
                </a:solidFill>
                <a:latin typeface="Arial"/>
              </a:rPr>
              <a:t>gì</a:t>
            </a:r>
            <a:r>
              <a:rPr lang="en-US" dirty="0" err="1">
                <a:solidFill>
                  <a:srgbClr val="474F67"/>
                </a:solidFill>
                <a:latin typeface="Arial"/>
              </a:rPr>
              <a:t>. </a:t>
            </a:r>
            <a:r>
              <a:rPr sz="1800" b="0" i="0" dirty="0" err="1">
                <a:solidFill>
                  <a:srgbClr val="474F67"/>
                </a:solidFill>
                <a:latin typeface="Arial"/>
              </a:rPr>
              <a:t>Mô</a:t>
            </a:r>
            <a:r>
              <a:rPr sz="1800" b="0" i="0" dirty="0">
                <a:solidFill>
                  <a:srgbClr val="474F67"/>
                </a:solidFill>
                <a:latin typeface="Arial"/>
              </a:rPr>
              <a:t> </a:t>
            </a:r>
            <a:r>
              <a:rPr sz="1800" b="0" i="0" dirty="0" err="1">
                <a:solidFill>
                  <a:srgbClr val="474F67"/>
                </a:solidFill>
                <a:latin typeface="Arial"/>
              </a:rPr>
              <a:t>hình</a:t>
            </a:r>
            <a:r>
              <a:rPr sz="1800" b="0" i="0" dirty="0">
                <a:solidFill>
                  <a:srgbClr val="474F67"/>
                </a:solidFill>
                <a:latin typeface="Arial"/>
              </a:rPr>
              <a:t> </a:t>
            </a:r>
            <a:r>
              <a:rPr sz="1800" b="0" i="0" dirty="0" err="1">
                <a:solidFill>
                  <a:srgbClr val="474F67"/>
                </a:solidFill>
                <a:latin typeface="Arial"/>
              </a:rPr>
              <a:t>phải</a:t>
            </a:r>
            <a:r>
              <a:rPr sz="1800" b="0" i="0" dirty="0">
                <a:solidFill>
                  <a:srgbClr val="474F67"/>
                </a:solidFill>
                <a:latin typeface="Arial"/>
              </a:rPr>
              <a:t> </a:t>
            </a:r>
            <a:r>
              <a:rPr sz="1800" b="0" i="0" dirty="0" err="1">
                <a:solidFill>
                  <a:srgbClr val="474F67"/>
                </a:solidFill>
                <a:latin typeface="Arial"/>
              </a:rPr>
              <a:t>chạy</a:t>
            </a:r>
            <a:r>
              <a:rPr sz="1800" b="0" i="0" dirty="0">
                <a:solidFill>
                  <a:srgbClr val="474F67"/>
                </a:solidFill>
                <a:latin typeface="Arial"/>
              </a:rPr>
              <a:t> </a:t>
            </a:r>
            <a:r>
              <a:rPr sz="1800" b="0" i="0" dirty="0" err="1">
                <a:solidFill>
                  <a:srgbClr val="474F67"/>
                </a:solidFill>
                <a:latin typeface="Arial"/>
              </a:rPr>
              <a:t>được</a:t>
            </a:r>
            <a:r>
              <a:rPr sz="1800" b="0" i="0" dirty="0">
                <a:solidFill>
                  <a:srgbClr val="474F67"/>
                </a:solidFill>
                <a:latin typeface="Arial"/>
              </a:rPr>
              <a:t> </a:t>
            </a:r>
            <a:r>
              <a:rPr sz="1800" b="0" i="0" dirty="0" err="1">
                <a:solidFill>
                  <a:srgbClr val="474F67"/>
                </a:solidFill>
                <a:latin typeface="Arial"/>
              </a:rPr>
              <a:t>trên</a:t>
            </a:r>
            <a:r>
              <a:rPr sz="1800" b="0" i="0" dirty="0">
                <a:solidFill>
                  <a:srgbClr val="474F67"/>
                </a:solidFill>
                <a:latin typeface="Arial"/>
              </a:rPr>
              <a:t> </a:t>
            </a:r>
            <a:r>
              <a:rPr sz="1800" b="0" i="0" dirty="0" err="1">
                <a:solidFill>
                  <a:srgbClr val="474F67"/>
                </a:solidFill>
                <a:latin typeface="Arial"/>
              </a:rPr>
              <a:t>thiết</a:t>
            </a:r>
            <a:r>
              <a:rPr sz="1800" b="0" i="0" dirty="0">
                <a:solidFill>
                  <a:srgbClr val="474F67"/>
                </a:solidFill>
                <a:latin typeface="Arial"/>
              </a:rPr>
              <a:t> </a:t>
            </a:r>
            <a:r>
              <a:rPr sz="1800" b="0" i="0" dirty="0" err="1">
                <a:solidFill>
                  <a:srgbClr val="474F67"/>
                </a:solidFill>
                <a:latin typeface="Arial"/>
              </a:rPr>
              <a:t>bị</a:t>
            </a:r>
            <a:r>
              <a:rPr sz="1800" b="0" i="0" dirty="0">
                <a:solidFill>
                  <a:srgbClr val="474F67"/>
                </a:solidFill>
                <a:latin typeface="Arial"/>
              </a:rPr>
              <a:t> edge: </a:t>
            </a:r>
            <a:r>
              <a:rPr sz="1800" b="0" i="0" dirty="0" err="1">
                <a:solidFill>
                  <a:srgbClr val="474F67"/>
                </a:solidFill>
                <a:latin typeface="Arial"/>
              </a:rPr>
              <a:t>nhỏ</a:t>
            </a:r>
            <a:r>
              <a:rPr sz="1800" b="0" i="0" dirty="0">
                <a:solidFill>
                  <a:srgbClr val="474F67"/>
                </a:solidFill>
                <a:latin typeface="Arial"/>
              </a:rPr>
              <a:t>, </a:t>
            </a:r>
            <a:r>
              <a:rPr sz="1800" b="0" i="0" dirty="0" err="1">
                <a:solidFill>
                  <a:srgbClr val="474F67"/>
                </a:solidFill>
                <a:latin typeface="Arial"/>
              </a:rPr>
              <a:t>nhanh</a:t>
            </a:r>
            <a:r>
              <a:rPr sz="1800" b="0" i="0" dirty="0">
                <a:solidFill>
                  <a:srgbClr val="474F67"/>
                </a:solidFill>
                <a:latin typeface="Arial"/>
              </a:rPr>
              <a:t>, </a:t>
            </a:r>
            <a:r>
              <a:rPr sz="1800" b="0" i="0" dirty="0" err="1">
                <a:solidFill>
                  <a:srgbClr val="474F67"/>
                </a:solidFill>
                <a:latin typeface="Arial"/>
              </a:rPr>
              <a:t>tiết</a:t>
            </a:r>
            <a:r>
              <a:rPr sz="1800" b="0" i="0" dirty="0">
                <a:solidFill>
                  <a:srgbClr val="474F67"/>
                </a:solidFill>
                <a:latin typeface="Arial"/>
              </a:rPr>
              <a:t> </a:t>
            </a:r>
            <a:r>
              <a:rPr sz="1800" b="0" i="0" dirty="0" err="1">
                <a:solidFill>
                  <a:srgbClr val="474F67"/>
                </a:solidFill>
                <a:latin typeface="Arial"/>
              </a:rPr>
              <a:t>kiệm</a:t>
            </a:r>
            <a:r>
              <a:rPr sz="1800" b="0" i="0" dirty="0">
                <a:solidFill>
                  <a:srgbClr val="474F67"/>
                </a:solidFill>
                <a:latin typeface="Arial"/>
              </a:rPr>
              <a:t> </a:t>
            </a:r>
            <a:r>
              <a:rPr sz="1800" b="0" i="0" dirty="0" err="1">
                <a:solidFill>
                  <a:srgbClr val="474F67"/>
                </a:solidFill>
                <a:latin typeface="Arial"/>
              </a:rPr>
              <a:t>bộ</a:t>
            </a:r>
            <a:r>
              <a:rPr sz="1800" b="0" i="0" dirty="0">
                <a:solidFill>
                  <a:srgbClr val="474F67"/>
                </a:solidFill>
                <a:latin typeface="Arial"/>
              </a:rPr>
              <a:t> </a:t>
            </a:r>
            <a:r>
              <a:rPr sz="1800" b="0" i="0" dirty="0" err="1">
                <a:solidFill>
                  <a:srgbClr val="474F67"/>
                </a:solidFill>
                <a:latin typeface="Arial"/>
              </a:rPr>
              <a:t>nhớ</a:t>
            </a:r>
            <a:r>
              <a:rPr sz="1800" b="0" i="0" dirty="0">
                <a:solidFill>
                  <a:srgbClr val="474F67"/>
                </a:solidFill>
                <a:latin typeface="Arial"/>
              </a:rPr>
              <a:t>.</a:t>
            </a:r>
          </a:p>
        </p:txBody>
      </p:sp>
      <p:pic>
        <p:nvPicPr>
          <p:cNvPr id="8" name="CloudVsEdge" descr="edge_pic.jpg"/>
          <p:cNvPicPr>
            <a:picLocks noChangeAspect="1"/>
          </p:cNvPicPr>
          <p:nvPr/>
        </p:nvPicPr>
        <p:blipFill>
          <a:blip r:embed="rId3"/>
          <a:stretch>
            <a:fillRect/>
          </a:stretch>
        </p:blipFill>
        <p:spPr>
          <a:xfrm>
            <a:off x="1325880" y="1737360"/>
            <a:ext cx="9509760" cy="3600741"/>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6072" y="9144"/>
            <a:ext cx="9144000" cy="676656"/>
          </a:xfrm>
        </p:spPr>
        <p:txBody>
          <a:bodyPr anchor="ctr"/>
          <a:lstStyle/>
          <a:p>
            <a:r>
              <a:rPr sz="2400" b="1">
                <a:solidFill>
                  <a:srgbClr val="FFFFFF"/>
                </a:solidFill>
                <a:latin typeface="Arial"/>
              </a:rPr>
              <a:t>Dữ liệu: State Farm Distracted Driver</a:t>
            </a:r>
          </a:p>
        </p:txBody>
      </p:sp>
      <p:sp>
        <p:nvSpPr>
          <p:cNvPr id="6" name="Slide Number Placeholder 5"/>
          <p:cNvSpPr>
            <a:spLocks noGrp="1"/>
          </p:cNvSpPr>
          <p:nvPr>
            <p:ph type="sldNum" sz="quarter" idx="12"/>
          </p:nvPr>
        </p:nvSpPr>
        <p:spPr>
          <a:xfrm>
            <a:off x="9338569" y="6414022"/>
            <a:ext cx="2743200" cy="365125"/>
          </a:xfrm>
        </p:spPr>
        <p:txBody>
          <a:bodyPr/>
          <a:lstStyle>
            <a:lvl1pPr>
              <a:defRPr>
                <a:latin typeface="Times New Roman" panose="02020603050405020304" pitchFamily="18" charset="0"/>
                <a:cs typeface="Times New Roman" panose="02020603050405020304" pitchFamily="18" charset="0"/>
              </a:defRPr>
            </a:lvl1pPr>
          </a:lstStyle>
          <a:p>
            <a:fld id="{61747C95-3AE6-4FC3-BEF5-3AF60B1E4490}" type="slidenum">
              <a:rPr lang="en-US" sz="1400">
                <a:solidFill>
                  <a:srgbClr val="000000"/>
                </a:solidFill>
                <a:latin typeface="Arial"/>
              </a:rPr>
              <a:t>3</a:t>
            </a:fld>
            <a:endParaRPr lang="en-US"/>
          </a:p>
        </p:txBody>
      </p:sp>
      <p:sp>
        <p:nvSpPr>
          <p:cNvPr id="7" name="Rounded Rectangle 6"/>
          <p:cNvSpPr/>
          <p:nvPr/>
        </p:nvSpPr>
        <p:spPr>
          <a:xfrm>
            <a:off x="576072" y="914400"/>
            <a:ext cx="2606040" cy="1188720"/>
          </a:xfrm>
          <a:prstGeom prst="roundRect">
            <a:avLst>
              <a:gd name="adj" fmla="val 12000"/>
            </a:avLst>
          </a:prstGeom>
          <a:solidFill>
            <a:srgbClr val="FFFFFF"/>
          </a:solidFill>
          <a:ln w="15875">
            <a:solidFill>
              <a:srgbClr val="D3D7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76072" y="987552"/>
            <a:ext cx="2606040" cy="640080"/>
          </a:xfrm>
          <a:prstGeom prst="rect">
            <a:avLst/>
          </a:prstGeom>
          <a:noFill/>
        </p:spPr>
        <p:txBody>
          <a:bodyPr wrap="square" lIns="0" tIns="0" rIns="0" bIns="0" anchor="t">
            <a:spAutoFit/>
          </a:bodyPr>
          <a:lstStyle/>
          <a:p>
            <a:pPr algn="ctr">
              <a:spcAft>
                <a:spcPts val="600"/>
              </a:spcAft>
            </a:pPr>
            <a:r>
              <a:rPr sz="3400" b="1" i="0">
                <a:solidFill>
                  <a:srgbClr val="00A95C"/>
                </a:solidFill>
                <a:latin typeface="Arial"/>
              </a:rPr>
              <a:t>22.424</a:t>
            </a:r>
          </a:p>
        </p:txBody>
      </p:sp>
      <p:sp>
        <p:nvSpPr>
          <p:cNvPr id="9" name="TextBox 8"/>
          <p:cNvSpPr txBox="1"/>
          <p:nvPr/>
        </p:nvSpPr>
        <p:spPr>
          <a:xfrm>
            <a:off x="576072" y="1645920"/>
            <a:ext cx="2606040" cy="365760"/>
          </a:xfrm>
          <a:prstGeom prst="rect">
            <a:avLst/>
          </a:prstGeom>
          <a:noFill/>
        </p:spPr>
        <p:txBody>
          <a:bodyPr wrap="square" lIns="0" tIns="0" rIns="0" bIns="0" anchor="t">
            <a:spAutoFit/>
          </a:bodyPr>
          <a:lstStyle/>
          <a:p>
            <a:pPr algn="ctr">
              <a:spcAft>
                <a:spcPts val="600"/>
              </a:spcAft>
            </a:pPr>
            <a:r>
              <a:rPr sz="1500" b="0" i="0">
                <a:solidFill>
                  <a:srgbClr val="474F67"/>
                </a:solidFill>
                <a:latin typeface="Arial"/>
              </a:rPr>
              <a:t>ảnh có nhãn</a:t>
            </a:r>
          </a:p>
        </p:txBody>
      </p:sp>
      <p:sp>
        <p:nvSpPr>
          <p:cNvPr id="10" name="Rounded Rectangle 9"/>
          <p:cNvSpPr/>
          <p:nvPr/>
        </p:nvSpPr>
        <p:spPr>
          <a:xfrm>
            <a:off x="3374136" y="914400"/>
            <a:ext cx="2606040" cy="1188720"/>
          </a:xfrm>
          <a:prstGeom prst="roundRect">
            <a:avLst>
              <a:gd name="adj" fmla="val 12000"/>
            </a:avLst>
          </a:prstGeom>
          <a:solidFill>
            <a:srgbClr val="FFFFFF"/>
          </a:solidFill>
          <a:ln w="15875">
            <a:solidFill>
              <a:srgbClr val="D3D7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374136" y="987552"/>
            <a:ext cx="2606040" cy="640080"/>
          </a:xfrm>
          <a:prstGeom prst="rect">
            <a:avLst/>
          </a:prstGeom>
          <a:noFill/>
        </p:spPr>
        <p:txBody>
          <a:bodyPr wrap="square" lIns="0" tIns="0" rIns="0" bIns="0" anchor="t">
            <a:spAutoFit/>
          </a:bodyPr>
          <a:lstStyle/>
          <a:p>
            <a:pPr algn="ctr">
              <a:spcAft>
                <a:spcPts val="600"/>
              </a:spcAft>
            </a:pPr>
            <a:r>
              <a:rPr sz="3400" b="1" i="0">
                <a:solidFill>
                  <a:srgbClr val="00A95C"/>
                </a:solidFill>
                <a:latin typeface="Arial"/>
              </a:rPr>
              <a:t>26</a:t>
            </a:r>
          </a:p>
        </p:txBody>
      </p:sp>
      <p:sp>
        <p:nvSpPr>
          <p:cNvPr id="12" name="TextBox 11"/>
          <p:cNvSpPr txBox="1"/>
          <p:nvPr/>
        </p:nvSpPr>
        <p:spPr>
          <a:xfrm>
            <a:off x="3374136" y="1645920"/>
            <a:ext cx="2606040" cy="365760"/>
          </a:xfrm>
          <a:prstGeom prst="rect">
            <a:avLst/>
          </a:prstGeom>
          <a:noFill/>
        </p:spPr>
        <p:txBody>
          <a:bodyPr wrap="square" lIns="0" tIns="0" rIns="0" bIns="0" anchor="t">
            <a:spAutoFit/>
          </a:bodyPr>
          <a:lstStyle/>
          <a:p>
            <a:pPr algn="ctr">
              <a:spcAft>
                <a:spcPts val="600"/>
              </a:spcAft>
            </a:pPr>
            <a:r>
              <a:rPr sz="1500" b="0" i="0">
                <a:solidFill>
                  <a:srgbClr val="474F67"/>
                </a:solidFill>
                <a:latin typeface="Arial"/>
              </a:rPr>
              <a:t>tài xế</a:t>
            </a:r>
          </a:p>
        </p:txBody>
      </p:sp>
      <p:sp>
        <p:nvSpPr>
          <p:cNvPr id="13" name="Rounded Rectangle 12"/>
          <p:cNvSpPr/>
          <p:nvPr/>
        </p:nvSpPr>
        <p:spPr>
          <a:xfrm>
            <a:off x="6172200" y="914400"/>
            <a:ext cx="2606040" cy="1188720"/>
          </a:xfrm>
          <a:prstGeom prst="roundRect">
            <a:avLst>
              <a:gd name="adj" fmla="val 12000"/>
            </a:avLst>
          </a:prstGeom>
          <a:solidFill>
            <a:srgbClr val="FFFFFF"/>
          </a:solidFill>
          <a:ln w="15875">
            <a:solidFill>
              <a:srgbClr val="D3D7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172200" y="987552"/>
            <a:ext cx="2606040" cy="640080"/>
          </a:xfrm>
          <a:prstGeom prst="rect">
            <a:avLst/>
          </a:prstGeom>
          <a:noFill/>
        </p:spPr>
        <p:txBody>
          <a:bodyPr wrap="square" lIns="0" tIns="0" rIns="0" bIns="0" anchor="t">
            <a:spAutoFit/>
          </a:bodyPr>
          <a:lstStyle/>
          <a:p>
            <a:pPr algn="ctr">
              <a:spcAft>
                <a:spcPts val="600"/>
              </a:spcAft>
            </a:pPr>
            <a:r>
              <a:rPr sz="3400" b="1" i="0">
                <a:solidFill>
                  <a:srgbClr val="00A95C"/>
                </a:solidFill>
                <a:latin typeface="Arial"/>
              </a:rPr>
              <a:t>10 → 6</a:t>
            </a:r>
          </a:p>
        </p:txBody>
      </p:sp>
      <p:sp>
        <p:nvSpPr>
          <p:cNvPr id="15" name="TextBox 14"/>
          <p:cNvSpPr txBox="1"/>
          <p:nvPr/>
        </p:nvSpPr>
        <p:spPr>
          <a:xfrm>
            <a:off x="6172200" y="1645920"/>
            <a:ext cx="2606040" cy="365760"/>
          </a:xfrm>
          <a:prstGeom prst="rect">
            <a:avLst/>
          </a:prstGeom>
          <a:noFill/>
        </p:spPr>
        <p:txBody>
          <a:bodyPr wrap="square" lIns="0" tIns="0" rIns="0" bIns="0" anchor="t">
            <a:spAutoFit/>
          </a:bodyPr>
          <a:lstStyle/>
          <a:p>
            <a:pPr algn="ctr">
              <a:spcAft>
                <a:spcPts val="600"/>
              </a:spcAft>
            </a:pPr>
            <a:r>
              <a:rPr sz="1500" b="0" i="0">
                <a:solidFill>
                  <a:srgbClr val="474F67"/>
                </a:solidFill>
                <a:latin typeface="Arial"/>
              </a:rPr>
              <a:t>lớp hành vi</a:t>
            </a:r>
          </a:p>
        </p:txBody>
      </p:sp>
      <p:sp>
        <p:nvSpPr>
          <p:cNvPr id="16" name="Rounded Rectangle 15"/>
          <p:cNvSpPr/>
          <p:nvPr/>
        </p:nvSpPr>
        <p:spPr>
          <a:xfrm>
            <a:off x="8970264" y="914400"/>
            <a:ext cx="2606040" cy="1188720"/>
          </a:xfrm>
          <a:prstGeom prst="roundRect">
            <a:avLst>
              <a:gd name="adj" fmla="val 12000"/>
            </a:avLst>
          </a:prstGeom>
          <a:solidFill>
            <a:srgbClr val="FFFFFF"/>
          </a:solidFill>
          <a:ln w="15875">
            <a:solidFill>
              <a:srgbClr val="D3D7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970264" y="987552"/>
            <a:ext cx="2606040" cy="640080"/>
          </a:xfrm>
          <a:prstGeom prst="rect">
            <a:avLst/>
          </a:prstGeom>
          <a:noFill/>
        </p:spPr>
        <p:txBody>
          <a:bodyPr wrap="square" lIns="0" tIns="0" rIns="0" bIns="0" anchor="t">
            <a:spAutoFit/>
          </a:bodyPr>
          <a:lstStyle/>
          <a:p>
            <a:pPr algn="ctr">
              <a:spcAft>
                <a:spcPts val="600"/>
              </a:spcAft>
            </a:pPr>
            <a:r>
              <a:rPr sz="3400" b="1" i="0">
                <a:solidFill>
                  <a:srgbClr val="00A95C"/>
                </a:solidFill>
                <a:latin typeface="Arial"/>
              </a:rPr>
              <a:t>640×480</a:t>
            </a:r>
          </a:p>
        </p:txBody>
      </p:sp>
      <p:sp>
        <p:nvSpPr>
          <p:cNvPr id="18" name="TextBox 17"/>
          <p:cNvSpPr txBox="1"/>
          <p:nvPr/>
        </p:nvSpPr>
        <p:spPr>
          <a:xfrm>
            <a:off x="8970264" y="1645920"/>
            <a:ext cx="2606040" cy="365760"/>
          </a:xfrm>
          <a:prstGeom prst="rect">
            <a:avLst/>
          </a:prstGeom>
          <a:noFill/>
        </p:spPr>
        <p:txBody>
          <a:bodyPr wrap="square" lIns="0" tIns="0" rIns="0" bIns="0" anchor="t">
            <a:spAutoFit/>
          </a:bodyPr>
          <a:lstStyle/>
          <a:p>
            <a:pPr algn="ctr">
              <a:spcAft>
                <a:spcPts val="600"/>
              </a:spcAft>
            </a:pPr>
            <a:r>
              <a:rPr sz="1500" b="0" i="0">
                <a:solidFill>
                  <a:srgbClr val="474F67"/>
                </a:solidFill>
                <a:latin typeface="Arial"/>
              </a:rPr>
              <a:t>ảnh RGB, JPEG</a:t>
            </a:r>
          </a:p>
        </p:txBody>
      </p:sp>
      <p:pic>
        <p:nvPicPr>
          <p:cNvPr id="19" name="Picture 18" descr="classes.jpg"/>
          <p:cNvPicPr>
            <a:picLocks noChangeAspect="1"/>
          </p:cNvPicPr>
          <p:nvPr/>
        </p:nvPicPr>
        <p:blipFill>
          <a:blip r:embed="rId3"/>
          <a:stretch>
            <a:fillRect/>
          </a:stretch>
        </p:blipFill>
        <p:spPr>
          <a:xfrm>
            <a:off x="576072" y="2331720"/>
            <a:ext cx="7498079" cy="2249424"/>
          </a:xfrm>
          <a:prstGeom prst="rect">
            <a:avLst/>
          </a:prstGeom>
        </p:spPr>
      </p:pic>
      <p:sp>
        <p:nvSpPr>
          <p:cNvPr id="21" name="Rounded Rectangle 20"/>
          <p:cNvSpPr/>
          <p:nvPr/>
        </p:nvSpPr>
        <p:spPr>
          <a:xfrm>
            <a:off x="8321040" y="2331720"/>
            <a:ext cx="3319272" cy="3611880"/>
          </a:xfrm>
          <a:prstGeom prst="roundRect">
            <a:avLst>
              <a:gd name="adj" fmla="val 9641"/>
            </a:avLst>
          </a:prstGeom>
          <a:solidFill>
            <a:srgbClr val="FFFFFF"/>
          </a:solidFill>
          <a:ln w="15875">
            <a:solidFill>
              <a:srgbClr val="D3D7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8257031" y="2487168"/>
            <a:ext cx="91440" cy="3300984"/>
          </a:xfrm>
          <a:prstGeom prst="rect">
            <a:avLst/>
          </a:prstGeom>
          <a:solidFill>
            <a:srgbClr val="F586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549640" y="2468880"/>
            <a:ext cx="2971800" cy="2046714"/>
          </a:xfrm>
          <a:prstGeom prst="rect">
            <a:avLst/>
          </a:prstGeom>
          <a:noFill/>
        </p:spPr>
        <p:txBody>
          <a:bodyPr wrap="square" lIns="0" tIns="0" rIns="0" bIns="0" anchor="t">
            <a:spAutoFit/>
          </a:bodyPr>
          <a:lstStyle/>
          <a:p>
            <a:pPr algn="l">
              <a:spcAft>
                <a:spcPts val="500"/>
              </a:spcAft>
            </a:pPr>
            <a:r>
              <a:rPr sz="1800" b="1" i="0" dirty="0" err="1">
                <a:solidFill>
                  <a:srgbClr val="1D2939"/>
                </a:solidFill>
                <a:latin typeface="Arial"/>
              </a:rPr>
              <a:t>Gộp</a:t>
            </a:r>
            <a:r>
              <a:rPr sz="1800" b="1" i="0" dirty="0">
                <a:solidFill>
                  <a:srgbClr val="1D2939"/>
                </a:solidFill>
                <a:latin typeface="Arial"/>
              </a:rPr>
              <a:t> 10 </a:t>
            </a:r>
            <a:r>
              <a:rPr sz="1800" b="1" i="0" dirty="0" err="1">
                <a:solidFill>
                  <a:srgbClr val="1D2939"/>
                </a:solidFill>
                <a:latin typeface="Arial"/>
              </a:rPr>
              <a:t>lớp</a:t>
            </a:r>
            <a:r>
              <a:rPr sz="1800" b="1" i="0" dirty="0">
                <a:solidFill>
                  <a:srgbClr val="1D2939"/>
                </a:solidFill>
                <a:latin typeface="Arial"/>
              </a:rPr>
              <a:t> </a:t>
            </a:r>
            <a:r>
              <a:rPr sz="1800" b="1" i="0" dirty="0" err="1">
                <a:solidFill>
                  <a:srgbClr val="1D2939"/>
                </a:solidFill>
                <a:latin typeface="Arial"/>
              </a:rPr>
              <a:t>thành</a:t>
            </a:r>
            <a:r>
              <a:rPr sz="1800" b="1" i="0" dirty="0">
                <a:solidFill>
                  <a:srgbClr val="1D2939"/>
                </a:solidFill>
                <a:latin typeface="Arial"/>
              </a:rPr>
              <a:t> 6 </a:t>
            </a:r>
            <a:r>
              <a:rPr sz="1800" b="1" i="0" dirty="0" err="1">
                <a:solidFill>
                  <a:srgbClr val="1D2939"/>
                </a:solidFill>
                <a:latin typeface="Arial"/>
              </a:rPr>
              <a:t>nhóm</a:t>
            </a:r>
            <a:endParaRPr sz="1800" b="1" i="0" dirty="0">
              <a:solidFill>
                <a:srgbClr val="1D2939"/>
              </a:solidFill>
              <a:latin typeface="Arial"/>
            </a:endParaRPr>
          </a:p>
          <a:p>
            <a:pPr marL="256032" indent="-201168" algn="l">
              <a:spcAft>
                <a:spcPts val="500"/>
              </a:spcAft>
              <a:buChar char="•"/>
            </a:pPr>
            <a:r>
              <a:rPr sz="1500" b="1" i="0" dirty="0">
                <a:solidFill>
                  <a:srgbClr val="1D2939"/>
                </a:solidFill>
                <a:latin typeface="Arial"/>
              </a:rPr>
              <a:t>normal </a:t>
            </a:r>
            <a:r>
              <a:rPr sz="1500" b="0" i="0" dirty="0">
                <a:solidFill>
                  <a:srgbClr val="474F67"/>
                </a:solidFill>
                <a:latin typeface="Arial"/>
              </a:rPr>
              <a:t>= c0</a:t>
            </a:r>
          </a:p>
          <a:p>
            <a:pPr marL="256032" indent="-201168" algn="l">
              <a:spcAft>
                <a:spcPts val="500"/>
              </a:spcAft>
              <a:buChar char="•"/>
            </a:pPr>
            <a:r>
              <a:rPr sz="1500" b="1" i="0" dirty="0">
                <a:solidFill>
                  <a:srgbClr val="1D2939"/>
                </a:solidFill>
                <a:latin typeface="Arial"/>
              </a:rPr>
              <a:t>phone </a:t>
            </a:r>
            <a:r>
              <a:rPr sz="1500" b="0" i="0" dirty="0">
                <a:solidFill>
                  <a:srgbClr val="474F67"/>
                </a:solidFill>
                <a:latin typeface="Arial"/>
              </a:rPr>
              <a:t>= c1–c4</a:t>
            </a:r>
          </a:p>
          <a:p>
            <a:pPr marL="256032" indent="-201168" algn="l">
              <a:spcAft>
                <a:spcPts val="500"/>
              </a:spcAft>
              <a:buChar char="•"/>
            </a:pPr>
            <a:r>
              <a:rPr sz="1500" b="1" i="0" dirty="0" err="1">
                <a:solidFill>
                  <a:srgbClr val="1D2939"/>
                </a:solidFill>
                <a:latin typeface="Arial"/>
              </a:rPr>
              <a:t>device_ops</a:t>
            </a:r>
            <a:r>
              <a:rPr sz="1500" b="1" i="0" dirty="0">
                <a:solidFill>
                  <a:srgbClr val="1D2939"/>
                </a:solidFill>
                <a:latin typeface="Arial"/>
              </a:rPr>
              <a:t> </a:t>
            </a:r>
            <a:r>
              <a:rPr sz="1500" b="0" i="0" dirty="0">
                <a:solidFill>
                  <a:srgbClr val="474F67"/>
                </a:solidFill>
                <a:latin typeface="Arial"/>
              </a:rPr>
              <a:t>= c5</a:t>
            </a:r>
          </a:p>
          <a:p>
            <a:pPr marL="256032" indent="-201168" algn="l">
              <a:spcAft>
                <a:spcPts val="500"/>
              </a:spcAft>
              <a:buChar char="•"/>
            </a:pPr>
            <a:r>
              <a:rPr sz="1500" b="1" i="0" dirty="0" err="1">
                <a:solidFill>
                  <a:srgbClr val="1D2939"/>
                </a:solidFill>
                <a:latin typeface="Arial"/>
              </a:rPr>
              <a:t>eat_drink</a:t>
            </a:r>
            <a:r>
              <a:rPr sz="1500" b="1" i="0" dirty="0">
                <a:solidFill>
                  <a:srgbClr val="1D2939"/>
                </a:solidFill>
                <a:latin typeface="Arial"/>
              </a:rPr>
              <a:t> </a:t>
            </a:r>
            <a:r>
              <a:rPr sz="1500" b="0" i="0" dirty="0">
                <a:solidFill>
                  <a:srgbClr val="474F67"/>
                </a:solidFill>
                <a:latin typeface="Arial"/>
              </a:rPr>
              <a:t>= c6</a:t>
            </a:r>
          </a:p>
          <a:p>
            <a:pPr marL="256032" indent="-201168" algn="l">
              <a:spcAft>
                <a:spcPts val="500"/>
              </a:spcAft>
              <a:buChar char="•"/>
            </a:pPr>
            <a:r>
              <a:rPr sz="1500" b="1" i="0" dirty="0" err="1">
                <a:solidFill>
                  <a:srgbClr val="1D2939"/>
                </a:solidFill>
                <a:latin typeface="Arial"/>
              </a:rPr>
              <a:t>reach_grooming</a:t>
            </a:r>
            <a:r>
              <a:rPr sz="1500" b="1" i="0" dirty="0">
                <a:solidFill>
                  <a:srgbClr val="1D2939"/>
                </a:solidFill>
                <a:latin typeface="Arial"/>
              </a:rPr>
              <a:t> </a:t>
            </a:r>
            <a:r>
              <a:rPr sz="1500" b="0" i="0" dirty="0">
                <a:solidFill>
                  <a:srgbClr val="474F67"/>
                </a:solidFill>
                <a:latin typeface="Arial"/>
              </a:rPr>
              <a:t>= c7, c8</a:t>
            </a:r>
          </a:p>
          <a:p>
            <a:pPr marL="256032" indent="-201168" algn="l">
              <a:spcAft>
                <a:spcPts val="500"/>
              </a:spcAft>
              <a:buChar char="•"/>
            </a:pPr>
            <a:r>
              <a:rPr sz="1500" b="1" i="0" dirty="0" err="1">
                <a:solidFill>
                  <a:srgbClr val="1D2939"/>
                </a:solidFill>
                <a:latin typeface="Arial"/>
              </a:rPr>
              <a:t>talk_passenger</a:t>
            </a:r>
            <a:r>
              <a:rPr sz="1500" b="1" i="0" dirty="0">
                <a:solidFill>
                  <a:srgbClr val="1D2939"/>
                </a:solidFill>
                <a:latin typeface="Arial"/>
              </a:rPr>
              <a:t> </a:t>
            </a:r>
            <a:r>
              <a:rPr sz="1500" b="0" i="0" dirty="0">
                <a:solidFill>
                  <a:srgbClr val="474F67"/>
                </a:solidFill>
                <a:latin typeface="Arial"/>
              </a:rPr>
              <a:t>= c9</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6072" y="9144"/>
            <a:ext cx="9144000" cy="676656"/>
          </a:xfrm>
        </p:spPr>
        <p:txBody>
          <a:bodyPr anchor="ctr"/>
          <a:lstStyle/>
          <a:p>
            <a:r>
              <a:rPr sz="2400" b="1">
                <a:solidFill>
                  <a:srgbClr val="FFFFFF"/>
                </a:solidFill>
                <a:latin typeface="Arial"/>
              </a:rPr>
              <a:t>Xử lý dữ liệu</a:t>
            </a:r>
          </a:p>
        </p:txBody>
      </p:sp>
      <p:sp>
        <p:nvSpPr>
          <p:cNvPr id="6" name="Slide Number Placeholder 5"/>
          <p:cNvSpPr>
            <a:spLocks noGrp="1"/>
          </p:cNvSpPr>
          <p:nvPr>
            <p:ph type="sldNum" sz="quarter" idx="12"/>
          </p:nvPr>
        </p:nvSpPr>
        <p:spPr>
          <a:xfrm>
            <a:off x="9338569" y="6414022"/>
            <a:ext cx="2743200" cy="365125"/>
          </a:xfrm>
        </p:spPr>
        <p:txBody>
          <a:bodyPr/>
          <a:lstStyle>
            <a:lvl1pPr>
              <a:defRPr>
                <a:latin typeface="Times New Roman" panose="02020603050405020304" pitchFamily="18" charset="0"/>
                <a:cs typeface="Times New Roman" panose="02020603050405020304" pitchFamily="18" charset="0"/>
              </a:defRPr>
            </a:lvl1pPr>
          </a:lstStyle>
          <a:p>
            <a:fld id="{61747C95-3AE6-4FC3-BEF5-3AF60B1E4490}" type="slidenum">
              <a:rPr lang="en-US" sz="1400">
                <a:solidFill>
                  <a:srgbClr val="000000"/>
                </a:solidFill>
                <a:latin typeface="Arial"/>
              </a:rPr>
              <a:t>4</a:t>
            </a:fld>
            <a:endParaRPr lang="en-US"/>
          </a:p>
        </p:txBody>
      </p:sp>
      <p:sp>
        <p:nvSpPr>
          <p:cNvPr id="7" name="Rounded Rectangle 6"/>
          <p:cNvSpPr/>
          <p:nvPr/>
        </p:nvSpPr>
        <p:spPr>
          <a:xfrm>
            <a:off x="576072" y="960120"/>
            <a:ext cx="2542032" cy="2148840"/>
          </a:xfrm>
          <a:prstGeom prst="roundRect">
            <a:avLst>
              <a:gd name="adj" fmla="val 12000"/>
            </a:avLst>
          </a:prstGeom>
          <a:solidFill>
            <a:srgbClr val="FFFFFF"/>
          </a:solidFill>
          <a:ln w="15875">
            <a:solidFill>
              <a:srgbClr val="D3D7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12064" y="1115568"/>
            <a:ext cx="91440" cy="1837944"/>
          </a:xfrm>
          <a:prstGeom prst="rect">
            <a:avLst/>
          </a:prstGeom>
          <a:solidFill>
            <a:srgbClr val="00A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77240" y="1097280"/>
            <a:ext cx="2194560" cy="411480"/>
          </a:xfrm>
          <a:prstGeom prst="rect">
            <a:avLst/>
          </a:prstGeom>
          <a:noFill/>
        </p:spPr>
        <p:txBody>
          <a:bodyPr wrap="square" lIns="0" tIns="0" rIns="0" bIns="0" anchor="t">
            <a:spAutoFit/>
          </a:bodyPr>
          <a:lstStyle/>
          <a:p>
            <a:pPr algn="l">
              <a:spcAft>
                <a:spcPts val="600"/>
              </a:spcAft>
            </a:pPr>
            <a:r>
              <a:rPr sz="1700" b="1" i="0">
                <a:solidFill>
                  <a:srgbClr val="1D2939"/>
                </a:solidFill>
                <a:latin typeface="Arial"/>
              </a:rPr>
              <a:t>1. Manifest</a:t>
            </a:r>
          </a:p>
        </p:txBody>
      </p:sp>
      <p:sp>
        <p:nvSpPr>
          <p:cNvPr id="10" name="TextBox 9"/>
          <p:cNvSpPr txBox="1"/>
          <p:nvPr/>
        </p:nvSpPr>
        <p:spPr>
          <a:xfrm>
            <a:off x="777240" y="1572768"/>
            <a:ext cx="2194560" cy="646331"/>
          </a:xfrm>
          <a:prstGeom prst="rect">
            <a:avLst/>
          </a:prstGeom>
          <a:noFill/>
        </p:spPr>
        <p:txBody>
          <a:bodyPr wrap="square" lIns="0" tIns="0" rIns="0" bIns="0" anchor="t">
            <a:spAutoFit/>
          </a:bodyPr>
          <a:lstStyle/>
          <a:p>
            <a:pPr algn="l">
              <a:spcAft>
                <a:spcPts val="600"/>
              </a:spcAft>
            </a:pPr>
            <a:r>
              <a:rPr sz="1400" b="0" i="0" dirty="0" err="1">
                <a:solidFill>
                  <a:srgbClr val="474F67"/>
                </a:solidFill>
                <a:latin typeface="Arial"/>
              </a:rPr>
              <a:t>Một</a:t>
            </a:r>
            <a:r>
              <a:rPr sz="1400" b="0" i="0" dirty="0">
                <a:solidFill>
                  <a:srgbClr val="474F67"/>
                </a:solidFill>
                <a:latin typeface="Arial"/>
              </a:rPr>
              <a:t> file CSV: </a:t>
            </a:r>
            <a:r>
              <a:rPr sz="1400" b="0" i="0" dirty="0" err="1">
                <a:solidFill>
                  <a:srgbClr val="474F67"/>
                </a:solidFill>
                <a:latin typeface="Arial"/>
              </a:rPr>
              <a:t>đường</a:t>
            </a:r>
            <a:r>
              <a:rPr sz="1400" b="0" i="0" dirty="0">
                <a:solidFill>
                  <a:srgbClr val="474F67"/>
                </a:solidFill>
                <a:latin typeface="Arial"/>
              </a:rPr>
              <a:t> </a:t>
            </a:r>
            <a:r>
              <a:rPr sz="1400" b="0" i="0" dirty="0" err="1">
                <a:solidFill>
                  <a:srgbClr val="474F67"/>
                </a:solidFill>
                <a:latin typeface="Arial"/>
              </a:rPr>
              <a:t>dẫn</a:t>
            </a:r>
            <a:r>
              <a:rPr sz="1400" b="0" i="0" dirty="0">
                <a:solidFill>
                  <a:srgbClr val="474F67"/>
                </a:solidFill>
                <a:latin typeface="Arial"/>
              </a:rPr>
              <a:t>, </a:t>
            </a:r>
            <a:r>
              <a:rPr sz="1400" b="0" i="0" dirty="0" err="1">
                <a:solidFill>
                  <a:srgbClr val="474F67"/>
                </a:solidFill>
                <a:latin typeface="Arial"/>
              </a:rPr>
              <a:t>nhãn</a:t>
            </a:r>
            <a:r>
              <a:rPr sz="1400" b="0" i="0" dirty="0">
                <a:solidFill>
                  <a:srgbClr val="474F67"/>
                </a:solidFill>
                <a:latin typeface="Arial"/>
              </a:rPr>
              <a:t>, </a:t>
            </a:r>
            <a:r>
              <a:rPr sz="1400" b="0" i="0" dirty="0" err="1">
                <a:solidFill>
                  <a:srgbClr val="474F67"/>
                </a:solidFill>
                <a:latin typeface="Arial"/>
              </a:rPr>
              <a:t>tập</a:t>
            </a:r>
            <a:r>
              <a:rPr sz="1400" b="0" i="0" dirty="0">
                <a:solidFill>
                  <a:srgbClr val="474F67"/>
                </a:solidFill>
                <a:latin typeface="Arial"/>
              </a:rPr>
              <a:t>, </a:t>
            </a:r>
            <a:r>
              <a:rPr sz="1400" b="0" i="0" dirty="0" err="1">
                <a:solidFill>
                  <a:srgbClr val="474F67"/>
                </a:solidFill>
                <a:latin typeface="Arial"/>
              </a:rPr>
              <a:t>tài</a:t>
            </a:r>
            <a:r>
              <a:rPr sz="1400" b="0" i="0" dirty="0">
                <a:solidFill>
                  <a:srgbClr val="474F67"/>
                </a:solidFill>
                <a:latin typeface="Arial"/>
              </a:rPr>
              <a:t> </a:t>
            </a:r>
            <a:r>
              <a:rPr sz="1400" b="0" i="0" dirty="0" err="1">
                <a:solidFill>
                  <a:srgbClr val="474F67"/>
                </a:solidFill>
                <a:latin typeface="Arial"/>
              </a:rPr>
              <a:t>xế</a:t>
            </a:r>
            <a:r>
              <a:rPr sz="1400" b="0" i="0" dirty="0">
                <a:solidFill>
                  <a:srgbClr val="474F67"/>
                </a:solidFill>
                <a:latin typeface="Arial"/>
              </a:rPr>
              <a:t>, </a:t>
            </a:r>
            <a:r>
              <a:rPr sz="1400" b="0" i="0" dirty="0" err="1">
                <a:solidFill>
                  <a:srgbClr val="474F67"/>
                </a:solidFill>
                <a:latin typeface="Arial"/>
              </a:rPr>
              <a:t>nguồn</a:t>
            </a:r>
            <a:r>
              <a:rPr sz="1400" b="0" i="0" dirty="0">
                <a:solidFill>
                  <a:srgbClr val="474F67"/>
                </a:solidFill>
                <a:latin typeface="Arial"/>
              </a:rPr>
              <a:t>, </a:t>
            </a:r>
            <a:r>
              <a:rPr sz="1400" b="0" i="0" dirty="0" err="1">
                <a:solidFill>
                  <a:srgbClr val="474F67"/>
                </a:solidFill>
                <a:latin typeface="Arial"/>
              </a:rPr>
              <a:t>nhãn</a:t>
            </a:r>
            <a:r>
              <a:rPr sz="1400" b="0" i="0" dirty="0">
                <a:solidFill>
                  <a:srgbClr val="474F67"/>
                </a:solidFill>
                <a:latin typeface="Arial"/>
              </a:rPr>
              <a:t> </a:t>
            </a:r>
            <a:r>
              <a:rPr sz="1400" b="0" i="0" dirty="0" err="1">
                <a:solidFill>
                  <a:srgbClr val="474F67"/>
                </a:solidFill>
                <a:latin typeface="Arial"/>
              </a:rPr>
              <a:t>gốc</a:t>
            </a:r>
            <a:endParaRPr sz="1400" b="0" i="0" dirty="0">
              <a:solidFill>
                <a:srgbClr val="474F67"/>
              </a:solidFill>
              <a:latin typeface="Arial"/>
            </a:endParaRPr>
          </a:p>
        </p:txBody>
      </p:sp>
      <p:sp>
        <p:nvSpPr>
          <p:cNvPr id="11" name="Right Arrow 10"/>
          <p:cNvSpPr/>
          <p:nvPr/>
        </p:nvSpPr>
        <p:spPr>
          <a:xfrm>
            <a:off x="3145536" y="1847088"/>
            <a:ext cx="265176" cy="347472"/>
          </a:xfrm>
          <a:prstGeom prst="rightArrow">
            <a:avLst/>
          </a:prstGeom>
          <a:solidFill>
            <a:srgbClr val="00A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3438144" y="960120"/>
            <a:ext cx="2542032" cy="2148840"/>
          </a:xfrm>
          <a:prstGeom prst="roundRect">
            <a:avLst>
              <a:gd name="adj" fmla="val 12000"/>
            </a:avLst>
          </a:prstGeom>
          <a:solidFill>
            <a:srgbClr val="FFFFFF"/>
          </a:solidFill>
          <a:ln w="15875">
            <a:solidFill>
              <a:srgbClr val="D3D7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3374136" y="1115568"/>
            <a:ext cx="91440" cy="1837944"/>
          </a:xfrm>
          <a:prstGeom prst="rect">
            <a:avLst/>
          </a:prstGeom>
          <a:solidFill>
            <a:srgbClr val="00A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639312" y="1097280"/>
            <a:ext cx="2194560" cy="411480"/>
          </a:xfrm>
          <a:prstGeom prst="rect">
            <a:avLst/>
          </a:prstGeom>
          <a:noFill/>
        </p:spPr>
        <p:txBody>
          <a:bodyPr wrap="square" lIns="0" tIns="0" rIns="0" bIns="0" anchor="t">
            <a:spAutoFit/>
          </a:bodyPr>
          <a:lstStyle/>
          <a:p>
            <a:pPr algn="l">
              <a:spcAft>
                <a:spcPts val="600"/>
              </a:spcAft>
            </a:pPr>
            <a:r>
              <a:rPr sz="1700" b="1" i="0">
                <a:solidFill>
                  <a:srgbClr val="1D2939"/>
                </a:solidFill>
                <a:latin typeface="Arial"/>
              </a:rPr>
              <a:t>2. Chia theo tài xế</a:t>
            </a:r>
          </a:p>
        </p:txBody>
      </p:sp>
      <p:sp>
        <p:nvSpPr>
          <p:cNvPr id="15" name="TextBox 14"/>
          <p:cNvSpPr txBox="1"/>
          <p:nvPr/>
        </p:nvSpPr>
        <p:spPr>
          <a:xfrm>
            <a:off x="3639312" y="1572768"/>
            <a:ext cx="2194560" cy="430887"/>
          </a:xfrm>
          <a:prstGeom prst="rect">
            <a:avLst/>
          </a:prstGeom>
          <a:noFill/>
        </p:spPr>
        <p:txBody>
          <a:bodyPr wrap="square" lIns="0" tIns="0" rIns="0" bIns="0" anchor="t">
            <a:spAutoFit/>
          </a:bodyPr>
          <a:lstStyle/>
          <a:p>
            <a:pPr algn="l">
              <a:spcAft>
                <a:spcPts val="600"/>
              </a:spcAft>
            </a:pPr>
            <a:r>
              <a:rPr sz="1400" b="0" i="0" dirty="0">
                <a:solidFill>
                  <a:srgbClr val="474F67"/>
                </a:solidFill>
                <a:latin typeface="Arial"/>
              </a:rPr>
              <a:t>18 / 4 / 4 </a:t>
            </a:r>
            <a:r>
              <a:rPr sz="1400" b="0" i="0" dirty="0" err="1">
                <a:solidFill>
                  <a:srgbClr val="474F67"/>
                </a:solidFill>
                <a:latin typeface="Arial"/>
              </a:rPr>
              <a:t>tài</a:t>
            </a:r>
            <a:r>
              <a:rPr sz="1400" b="0" i="0" dirty="0">
                <a:solidFill>
                  <a:srgbClr val="474F67"/>
                </a:solidFill>
                <a:latin typeface="Arial"/>
              </a:rPr>
              <a:t> </a:t>
            </a:r>
            <a:r>
              <a:rPr sz="1400" b="0" i="0" dirty="0" err="1">
                <a:solidFill>
                  <a:srgbClr val="474F67"/>
                </a:solidFill>
                <a:latin typeface="Arial"/>
              </a:rPr>
              <a:t>xế</a:t>
            </a:r>
            <a:r>
              <a:rPr sz="1400" b="0" i="0" dirty="0">
                <a:solidFill>
                  <a:srgbClr val="474F67"/>
                </a:solidFill>
                <a:latin typeface="Arial"/>
              </a:rPr>
              <a:t> </a:t>
            </a:r>
            <a:r>
              <a:rPr sz="1400" b="0" i="0" dirty="0" err="1">
                <a:solidFill>
                  <a:srgbClr val="474F67"/>
                </a:solidFill>
                <a:latin typeface="Arial"/>
              </a:rPr>
              <a:t>cho</a:t>
            </a:r>
            <a:r>
              <a:rPr sz="1400" b="0" i="0" dirty="0">
                <a:solidFill>
                  <a:srgbClr val="474F67"/>
                </a:solidFill>
                <a:latin typeface="Arial"/>
              </a:rPr>
              <a:t> train / </a:t>
            </a:r>
            <a:r>
              <a:rPr sz="1400" b="0" i="0" dirty="0" err="1">
                <a:solidFill>
                  <a:srgbClr val="474F67"/>
                </a:solidFill>
                <a:latin typeface="Arial"/>
              </a:rPr>
              <a:t>val</a:t>
            </a:r>
            <a:r>
              <a:rPr sz="1400" b="0" i="0" dirty="0">
                <a:solidFill>
                  <a:srgbClr val="474F67"/>
                </a:solidFill>
                <a:latin typeface="Arial"/>
              </a:rPr>
              <a:t> / test (seed 42).</a:t>
            </a:r>
          </a:p>
        </p:txBody>
      </p:sp>
      <p:sp>
        <p:nvSpPr>
          <p:cNvPr id="16" name="Right Arrow 15"/>
          <p:cNvSpPr/>
          <p:nvPr/>
        </p:nvSpPr>
        <p:spPr>
          <a:xfrm>
            <a:off x="6007608" y="1847088"/>
            <a:ext cx="265176" cy="347472"/>
          </a:xfrm>
          <a:prstGeom prst="rightArrow">
            <a:avLst/>
          </a:prstGeom>
          <a:solidFill>
            <a:srgbClr val="00A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6300216" y="960120"/>
            <a:ext cx="2542032" cy="2148840"/>
          </a:xfrm>
          <a:prstGeom prst="roundRect">
            <a:avLst>
              <a:gd name="adj" fmla="val 12000"/>
            </a:avLst>
          </a:prstGeom>
          <a:solidFill>
            <a:srgbClr val="FFFFFF"/>
          </a:solidFill>
          <a:ln w="15875">
            <a:solidFill>
              <a:srgbClr val="D3D7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6236207" y="1115568"/>
            <a:ext cx="91440" cy="1837944"/>
          </a:xfrm>
          <a:prstGeom prst="rect">
            <a:avLst/>
          </a:prstGeom>
          <a:solidFill>
            <a:srgbClr val="F586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501383" y="1097280"/>
            <a:ext cx="2194560" cy="411480"/>
          </a:xfrm>
          <a:prstGeom prst="rect">
            <a:avLst/>
          </a:prstGeom>
          <a:noFill/>
        </p:spPr>
        <p:txBody>
          <a:bodyPr wrap="square" lIns="0" tIns="0" rIns="0" bIns="0" anchor="t">
            <a:spAutoFit/>
          </a:bodyPr>
          <a:lstStyle/>
          <a:p>
            <a:pPr algn="l">
              <a:spcAft>
                <a:spcPts val="600"/>
              </a:spcAft>
            </a:pPr>
            <a:r>
              <a:rPr sz="1700" b="1" i="0">
                <a:solidFill>
                  <a:srgbClr val="1D2939"/>
                </a:solidFill>
                <a:latin typeface="Arial"/>
              </a:rPr>
              <a:t>3. Bỏ ảnh gần trùng</a:t>
            </a:r>
          </a:p>
        </p:txBody>
      </p:sp>
      <p:sp>
        <p:nvSpPr>
          <p:cNvPr id="20" name="TextBox 19"/>
          <p:cNvSpPr txBox="1"/>
          <p:nvPr/>
        </p:nvSpPr>
        <p:spPr>
          <a:xfrm>
            <a:off x="6501383" y="1572768"/>
            <a:ext cx="2194560" cy="1463040"/>
          </a:xfrm>
          <a:prstGeom prst="rect">
            <a:avLst/>
          </a:prstGeom>
          <a:noFill/>
        </p:spPr>
        <p:txBody>
          <a:bodyPr wrap="square" lIns="0" tIns="0" rIns="0" bIns="0" anchor="t">
            <a:spAutoFit/>
          </a:bodyPr>
          <a:lstStyle/>
          <a:p>
            <a:pPr algn="l">
              <a:spcAft>
                <a:spcPts val="600"/>
              </a:spcAft>
            </a:pPr>
            <a:r>
              <a:rPr sz="1400" b="0" i="0" dirty="0">
                <a:solidFill>
                  <a:srgbClr val="474F67"/>
                </a:solidFill>
                <a:latin typeface="Arial"/>
              </a:rPr>
              <a:t>22.424 → 20.007 </a:t>
            </a:r>
            <a:r>
              <a:rPr sz="1400" b="0" i="0" dirty="0" err="1">
                <a:solidFill>
                  <a:srgbClr val="474F67"/>
                </a:solidFill>
                <a:latin typeface="Arial"/>
              </a:rPr>
              <a:t>ảnh</a:t>
            </a:r>
            <a:r>
              <a:rPr sz="1400" b="0" i="0" dirty="0">
                <a:solidFill>
                  <a:srgbClr val="474F67"/>
                </a:solidFill>
                <a:latin typeface="Arial"/>
              </a:rPr>
              <a:t> (−10,8%). </a:t>
            </a:r>
            <a:r>
              <a:rPr sz="1400" b="0" i="0" dirty="0" err="1">
                <a:solidFill>
                  <a:srgbClr val="474F67"/>
                </a:solidFill>
                <a:latin typeface="Arial"/>
              </a:rPr>
              <a:t>Ngưỡng</a:t>
            </a:r>
            <a:r>
              <a:rPr sz="1400" b="0" i="0" dirty="0">
                <a:solidFill>
                  <a:srgbClr val="474F67"/>
                </a:solidFill>
                <a:latin typeface="Arial"/>
              </a:rPr>
              <a:t> </a:t>
            </a:r>
            <a:r>
              <a:rPr sz="1400" b="0" i="0" dirty="0" err="1">
                <a:solidFill>
                  <a:srgbClr val="474F67"/>
                </a:solidFill>
                <a:latin typeface="Arial"/>
              </a:rPr>
              <a:t>độ</a:t>
            </a:r>
            <a:r>
              <a:rPr sz="1400" b="0" i="0" dirty="0">
                <a:solidFill>
                  <a:srgbClr val="474F67"/>
                </a:solidFill>
                <a:latin typeface="Arial"/>
              </a:rPr>
              <a:t> </a:t>
            </a:r>
            <a:r>
              <a:rPr sz="1400" b="0" i="0" dirty="0" err="1">
                <a:solidFill>
                  <a:srgbClr val="474F67"/>
                </a:solidFill>
                <a:latin typeface="Arial"/>
              </a:rPr>
              <a:t>lệch</a:t>
            </a:r>
            <a:r>
              <a:rPr sz="1400" b="0" i="0" dirty="0">
                <a:solidFill>
                  <a:srgbClr val="474F67"/>
                </a:solidFill>
                <a:latin typeface="Arial"/>
              </a:rPr>
              <a:t> pixel &lt; 2, </a:t>
            </a:r>
            <a:r>
              <a:rPr sz="1400" b="0" i="0" dirty="0" err="1">
                <a:solidFill>
                  <a:srgbClr val="474F67"/>
                </a:solidFill>
                <a:latin typeface="Arial"/>
              </a:rPr>
              <a:t>trong</a:t>
            </a:r>
            <a:r>
              <a:rPr sz="1400" b="0" i="0" dirty="0">
                <a:solidFill>
                  <a:srgbClr val="474F67"/>
                </a:solidFill>
                <a:latin typeface="Arial"/>
              </a:rPr>
              <a:t> </a:t>
            </a:r>
            <a:r>
              <a:rPr sz="1400" b="0" i="0" dirty="0" err="1">
                <a:solidFill>
                  <a:srgbClr val="474F67"/>
                </a:solidFill>
                <a:latin typeface="Arial"/>
              </a:rPr>
              <a:t>cùng</a:t>
            </a:r>
            <a:r>
              <a:rPr sz="1400" b="0" i="0" dirty="0">
                <a:solidFill>
                  <a:srgbClr val="474F67"/>
                </a:solidFill>
                <a:latin typeface="Arial"/>
              </a:rPr>
              <a:t> </a:t>
            </a:r>
            <a:r>
              <a:rPr sz="1400" b="0" i="0" dirty="0" err="1">
                <a:solidFill>
                  <a:srgbClr val="474F67"/>
                </a:solidFill>
                <a:latin typeface="Arial"/>
              </a:rPr>
              <a:t>tài</a:t>
            </a:r>
            <a:r>
              <a:rPr sz="1400" b="0" i="0" dirty="0">
                <a:solidFill>
                  <a:srgbClr val="474F67"/>
                </a:solidFill>
                <a:latin typeface="Arial"/>
              </a:rPr>
              <a:t> </a:t>
            </a:r>
            <a:r>
              <a:rPr sz="1400" b="0" i="0" dirty="0" err="1">
                <a:solidFill>
                  <a:srgbClr val="474F67"/>
                </a:solidFill>
                <a:latin typeface="Arial"/>
              </a:rPr>
              <a:t>xế</a:t>
            </a:r>
            <a:r>
              <a:rPr sz="1400" b="0" i="0" dirty="0">
                <a:solidFill>
                  <a:srgbClr val="474F67"/>
                </a:solidFill>
                <a:latin typeface="Arial"/>
              </a:rPr>
              <a:t> </a:t>
            </a:r>
            <a:r>
              <a:rPr sz="1400" b="0" i="0" dirty="0" err="1">
                <a:solidFill>
                  <a:srgbClr val="474F67"/>
                </a:solidFill>
                <a:latin typeface="Arial"/>
              </a:rPr>
              <a:t>và</a:t>
            </a:r>
            <a:r>
              <a:rPr sz="1400" b="0" i="0" dirty="0">
                <a:solidFill>
                  <a:srgbClr val="474F67"/>
                </a:solidFill>
                <a:latin typeface="Arial"/>
              </a:rPr>
              <a:t> </a:t>
            </a:r>
            <a:r>
              <a:rPr sz="1400" b="0" i="0" dirty="0" err="1">
                <a:solidFill>
                  <a:srgbClr val="474F67"/>
                </a:solidFill>
                <a:latin typeface="Arial"/>
              </a:rPr>
              <a:t>lớp</a:t>
            </a:r>
            <a:r>
              <a:rPr sz="1400" b="0" i="0" dirty="0">
                <a:solidFill>
                  <a:srgbClr val="474F67"/>
                </a:solidFill>
                <a:latin typeface="Arial"/>
              </a:rPr>
              <a:t>.</a:t>
            </a:r>
          </a:p>
        </p:txBody>
      </p:sp>
      <p:sp>
        <p:nvSpPr>
          <p:cNvPr id="21" name="Right Arrow 20"/>
          <p:cNvSpPr/>
          <p:nvPr/>
        </p:nvSpPr>
        <p:spPr>
          <a:xfrm>
            <a:off x="8869680" y="1847088"/>
            <a:ext cx="265176" cy="347472"/>
          </a:xfrm>
          <a:prstGeom prst="rightArrow">
            <a:avLst/>
          </a:prstGeom>
          <a:solidFill>
            <a:srgbClr val="00A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9162288" y="929235"/>
            <a:ext cx="2542032" cy="2148840"/>
          </a:xfrm>
          <a:prstGeom prst="roundRect">
            <a:avLst>
              <a:gd name="adj" fmla="val 12000"/>
            </a:avLst>
          </a:prstGeom>
          <a:solidFill>
            <a:srgbClr val="FFFFFF"/>
          </a:solidFill>
          <a:ln w="15875">
            <a:solidFill>
              <a:srgbClr val="D3D7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9098280" y="1115568"/>
            <a:ext cx="91440" cy="1837944"/>
          </a:xfrm>
          <a:prstGeom prst="rect">
            <a:avLst/>
          </a:prstGeom>
          <a:solidFill>
            <a:srgbClr val="F567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9363456" y="1097280"/>
            <a:ext cx="2194560" cy="411480"/>
          </a:xfrm>
          <a:prstGeom prst="rect">
            <a:avLst/>
          </a:prstGeom>
          <a:noFill/>
        </p:spPr>
        <p:txBody>
          <a:bodyPr wrap="square" lIns="0" tIns="0" rIns="0" bIns="0" anchor="t">
            <a:spAutoFit/>
          </a:bodyPr>
          <a:lstStyle/>
          <a:p>
            <a:pPr algn="l">
              <a:spcAft>
                <a:spcPts val="600"/>
              </a:spcAft>
            </a:pPr>
            <a:r>
              <a:rPr sz="1700" b="1" i="0" dirty="0">
                <a:solidFill>
                  <a:srgbClr val="1D2939"/>
                </a:solidFill>
                <a:latin typeface="Arial"/>
              </a:rPr>
              <a:t>4. Resize 320×240</a:t>
            </a:r>
          </a:p>
        </p:txBody>
      </p:sp>
      <p:sp>
        <p:nvSpPr>
          <p:cNvPr id="25" name="TextBox 24"/>
          <p:cNvSpPr txBox="1"/>
          <p:nvPr/>
        </p:nvSpPr>
        <p:spPr>
          <a:xfrm>
            <a:off x="9363456" y="1572768"/>
            <a:ext cx="2194560" cy="1463040"/>
          </a:xfrm>
          <a:prstGeom prst="rect">
            <a:avLst/>
          </a:prstGeom>
          <a:noFill/>
        </p:spPr>
        <p:txBody>
          <a:bodyPr wrap="square" lIns="0" tIns="0" rIns="0" bIns="0" anchor="t">
            <a:spAutoFit/>
          </a:bodyPr>
          <a:lstStyle/>
          <a:p>
            <a:pPr algn="l">
              <a:spcAft>
                <a:spcPts val="600"/>
              </a:spcAft>
            </a:pPr>
            <a:r>
              <a:rPr sz="1400" b="0" i="0" dirty="0" err="1">
                <a:solidFill>
                  <a:srgbClr val="474F67"/>
                </a:solidFill>
                <a:latin typeface="Arial"/>
              </a:rPr>
              <a:t>Giữ</a:t>
            </a:r>
            <a:r>
              <a:rPr sz="1400" b="0" i="0" dirty="0">
                <a:solidFill>
                  <a:srgbClr val="474F67"/>
                </a:solidFill>
                <a:latin typeface="Arial"/>
              </a:rPr>
              <a:t> </a:t>
            </a:r>
            <a:r>
              <a:rPr sz="1400" b="0" i="0" dirty="0" err="1">
                <a:solidFill>
                  <a:srgbClr val="474F67"/>
                </a:solidFill>
                <a:latin typeface="Arial"/>
              </a:rPr>
              <a:t>tỉ</a:t>
            </a:r>
            <a:r>
              <a:rPr sz="1400" b="0" i="0" dirty="0">
                <a:solidFill>
                  <a:srgbClr val="474F67"/>
                </a:solidFill>
                <a:latin typeface="Arial"/>
              </a:rPr>
              <a:t> </a:t>
            </a:r>
            <a:r>
              <a:rPr sz="1400" b="0" i="0" dirty="0" err="1">
                <a:solidFill>
                  <a:srgbClr val="474F67"/>
                </a:solidFill>
                <a:latin typeface="Arial"/>
              </a:rPr>
              <a:t>lệ</a:t>
            </a:r>
            <a:r>
              <a:rPr sz="1400" b="0" i="0" dirty="0">
                <a:solidFill>
                  <a:srgbClr val="474F67"/>
                </a:solidFill>
                <a:latin typeface="Arial"/>
              </a:rPr>
              <a:t> 4:3, JPEG 90, 496 MB. </a:t>
            </a:r>
            <a:r>
              <a:rPr sz="1400" b="0" i="0" dirty="0" err="1">
                <a:solidFill>
                  <a:srgbClr val="474F67"/>
                </a:solidFill>
                <a:latin typeface="Arial"/>
              </a:rPr>
              <a:t>Lúc</a:t>
            </a:r>
            <a:r>
              <a:rPr sz="1400" b="0" i="0" dirty="0">
                <a:solidFill>
                  <a:srgbClr val="474F67"/>
                </a:solidFill>
                <a:latin typeface="Arial"/>
              </a:rPr>
              <a:t> train </a:t>
            </a:r>
            <a:r>
              <a:rPr sz="1400" b="0" i="0" dirty="0" err="1">
                <a:solidFill>
                  <a:srgbClr val="474F67"/>
                </a:solidFill>
                <a:latin typeface="Arial"/>
              </a:rPr>
              <a:t>đưa</a:t>
            </a:r>
            <a:r>
              <a:rPr sz="1400" b="0" i="0" dirty="0">
                <a:solidFill>
                  <a:srgbClr val="474F67"/>
                </a:solidFill>
                <a:latin typeface="Arial"/>
              </a:rPr>
              <a:t> </a:t>
            </a:r>
            <a:r>
              <a:rPr sz="1400" b="0" i="0" dirty="0" err="1">
                <a:solidFill>
                  <a:srgbClr val="474F67"/>
                </a:solidFill>
                <a:latin typeface="Arial"/>
              </a:rPr>
              <a:t>về</a:t>
            </a:r>
            <a:r>
              <a:rPr sz="1400" b="0" i="0" dirty="0">
                <a:solidFill>
                  <a:srgbClr val="474F67"/>
                </a:solidFill>
                <a:latin typeface="Arial"/>
              </a:rPr>
              <a:t> 224×224, </a:t>
            </a:r>
            <a:r>
              <a:rPr sz="1400" b="0" i="0" dirty="0" err="1">
                <a:solidFill>
                  <a:srgbClr val="474F67"/>
                </a:solidFill>
                <a:latin typeface="Arial"/>
              </a:rPr>
              <a:t>chuẩn</a:t>
            </a:r>
            <a:r>
              <a:rPr sz="1400" b="0" i="0" dirty="0">
                <a:solidFill>
                  <a:srgbClr val="474F67"/>
                </a:solidFill>
                <a:latin typeface="Arial"/>
              </a:rPr>
              <a:t> </a:t>
            </a:r>
            <a:r>
              <a:rPr sz="1400" b="0" i="0" dirty="0" err="1">
                <a:solidFill>
                  <a:srgbClr val="474F67"/>
                </a:solidFill>
                <a:latin typeface="Arial"/>
              </a:rPr>
              <a:t>hoá</a:t>
            </a:r>
            <a:r>
              <a:rPr sz="1400" b="0" i="0" dirty="0">
                <a:solidFill>
                  <a:srgbClr val="474F67"/>
                </a:solidFill>
                <a:latin typeface="Arial"/>
              </a:rPr>
              <a:t> ImageNet.</a:t>
            </a:r>
          </a:p>
        </p:txBody>
      </p:sp>
      <p:pic>
        <p:nvPicPr>
          <p:cNvPr id="26" name="Picture 25" descr="pairs_top.jpg"/>
          <p:cNvPicPr>
            <a:picLocks noChangeAspect="1"/>
          </p:cNvPicPr>
          <p:nvPr/>
        </p:nvPicPr>
        <p:blipFill>
          <a:blip r:embed="rId3"/>
          <a:stretch>
            <a:fillRect/>
          </a:stretch>
        </p:blipFill>
        <p:spPr>
          <a:xfrm>
            <a:off x="576072" y="3383280"/>
            <a:ext cx="3291840" cy="2468880"/>
          </a:xfrm>
          <a:prstGeom prst="rect">
            <a:avLst/>
          </a:prstGeom>
        </p:spPr>
      </p:pic>
      <p:sp>
        <p:nvSpPr>
          <p:cNvPr id="28" name="Rounded Rectangle 27"/>
          <p:cNvSpPr/>
          <p:nvPr/>
        </p:nvSpPr>
        <p:spPr>
          <a:xfrm>
            <a:off x="4206240" y="3383280"/>
            <a:ext cx="7434072" cy="2514600"/>
          </a:xfrm>
          <a:prstGeom prst="roundRect">
            <a:avLst>
              <a:gd name="adj" fmla="val 12000"/>
            </a:avLst>
          </a:prstGeom>
          <a:solidFill>
            <a:srgbClr val="FFFFFF"/>
          </a:solidFill>
          <a:ln w="15875">
            <a:solidFill>
              <a:srgbClr val="D3D7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4434840" y="3520440"/>
            <a:ext cx="7040880" cy="1333698"/>
          </a:xfrm>
          <a:prstGeom prst="rect">
            <a:avLst/>
          </a:prstGeom>
          <a:noFill/>
        </p:spPr>
        <p:txBody>
          <a:bodyPr wrap="square" lIns="0" tIns="0" rIns="0" bIns="0" anchor="t">
            <a:spAutoFit/>
          </a:bodyPr>
          <a:lstStyle/>
          <a:p>
            <a:pPr marL="256032" indent="-201168" algn="l">
              <a:spcAft>
                <a:spcPts val="700"/>
              </a:spcAft>
              <a:buChar char="•"/>
            </a:pPr>
            <a:r>
              <a:rPr sz="1500" b="1" i="0" dirty="0">
                <a:solidFill>
                  <a:srgbClr val="1D2939"/>
                </a:solidFill>
                <a:latin typeface="Arial"/>
              </a:rPr>
              <a:t>Chia </a:t>
            </a:r>
            <a:r>
              <a:rPr sz="1500" b="1" i="0" dirty="0" err="1">
                <a:solidFill>
                  <a:srgbClr val="1D2939"/>
                </a:solidFill>
                <a:latin typeface="Arial"/>
              </a:rPr>
              <a:t>theo</a:t>
            </a:r>
            <a:r>
              <a:rPr sz="1500" b="1" i="0" dirty="0">
                <a:solidFill>
                  <a:srgbClr val="1D2939"/>
                </a:solidFill>
                <a:latin typeface="Arial"/>
              </a:rPr>
              <a:t> </a:t>
            </a:r>
            <a:r>
              <a:rPr sz="1500" b="1" i="0" dirty="0" err="1">
                <a:solidFill>
                  <a:srgbClr val="1D2939"/>
                </a:solidFill>
                <a:latin typeface="Arial"/>
              </a:rPr>
              <a:t>tài</a:t>
            </a:r>
            <a:r>
              <a:rPr sz="1500" b="1" i="0" dirty="0">
                <a:solidFill>
                  <a:srgbClr val="1D2939"/>
                </a:solidFill>
                <a:latin typeface="Arial"/>
              </a:rPr>
              <a:t> </a:t>
            </a:r>
            <a:r>
              <a:rPr sz="1500" b="1" i="0" dirty="0" err="1">
                <a:solidFill>
                  <a:srgbClr val="1D2939"/>
                </a:solidFill>
                <a:latin typeface="Arial"/>
              </a:rPr>
              <a:t>xế</a:t>
            </a:r>
            <a:r>
              <a:rPr sz="1500" b="1" i="0" dirty="0">
                <a:solidFill>
                  <a:srgbClr val="1D2939"/>
                </a:solidFill>
                <a:latin typeface="Arial"/>
              </a:rPr>
              <a:t>: </a:t>
            </a:r>
            <a:r>
              <a:rPr sz="1500" b="0" i="0" dirty="0" err="1">
                <a:solidFill>
                  <a:srgbClr val="474F67"/>
                </a:solidFill>
                <a:latin typeface="Arial"/>
              </a:rPr>
              <a:t>ảnh</a:t>
            </a:r>
            <a:r>
              <a:rPr sz="1500" b="0" i="0" dirty="0">
                <a:solidFill>
                  <a:srgbClr val="474F67"/>
                </a:solidFill>
                <a:latin typeface="Arial"/>
              </a:rPr>
              <a:t> </a:t>
            </a:r>
            <a:r>
              <a:rPr sz="1500" b="0" i="0" dirty="0" err="1">
                <a:solidFill>
                  <a:srgbClr val="474F67"/>
                </a:solidFill>
                <a:latin typeface="Arial"/>
              </a:rPr>
              <a:t>cùng</a:t>
            </a:r>
            <a:r>
              <a:rPr sz="1500" b="0" i="0" dirty="0">
                <a:solidFill>
                  <a:srgbClr val="474F67"/>
                </a:solidFill>
                <a:latin typeface="Arial"/>
              </a:rPr>
              <a:t> </a:t>
            </a:r>
            <a:r>
              <a:rPr sz="1500" b="0" i="0" dirty="0" err="1">
                <a:solidFill>
                  <a:srgbClr val="474F67"/>
                </a:solidFill>
                <a:latin typeface="Arial"/>
              </a:rPr>
              <a:t>một</a:t>
            </a:r>
            <a:r>
              <a:rPr sz="1500" b="0" i="0" dirty="0">
                <a:solidFill>
                  <a:srgbClr val="474F67"/>
                </a:solidFill>
                <a:latin typeface="Arial"/>
              </a:rPr>
              <a:t> </a:t>
            </a:r>
            <a:r>
              <a:rPr sz="1500" b="0" i="0" dirty="0" err="1">
                <a:solidFill>
                  <a:srgbClr val="474F67"/>
                </a:solidFill>
                <a:latin typeface="Arial"/>
              </a:rPr>
              <a:t>người</a:t>
            </a:r>
            <a:r>
              <a:rPr sz="1500" b="0" i="0" dirty="0">
                <a:solidFill>
                  <a:srgbClr val="474F67"/>
                </a:solidFill>
                <a:latin typeface="Arial"/>
              </a:rPr>
              <a:t> </a:t>
            </a:r>
            <a:r>
              <a:rPr sz="1500" b="0" i="0" dirty="0" err="1">
                <a:solidFill>
                  <a:srgbClr val="474F67"/>
                </a:solidFill>
                <a:latin typeface="Arial"/>
              </a:rPr>
              <a:t>gần</a:t>
            </a:r>
            <a:r>
              <a:rPr sz="1500" b="0" i="0" dirty="0">
                <a:solidFill>
                  <a:srgbClr val="474F67"/>
                </a:solidFill>
                <a:latin typeface="Arial"/>
              </a:rPr>
              <a:t> </a:t>
            </a:r>
            <a:r>
              <a:rPr sz="1500" b="0" i="0" dirty="0" err="1">
                <a:solidFill>
                  <a:srgbClr val="474F67"/>
                </a:solidFill>
                <a:latin typeface="Arial"/>
              </a:rPr>
              <a:t>như</a:t>
            </a:r>
            <a:r>
              <a:rPr sz="1500" b="0" i="0" dirty="0">
                <a:solidFill>
                  <a:srgbClr val="474F67"/>
                </a:solidFill>
                <a:latin typeface="Arial"/>
              </a:rPr>
              <a:t> </a:t>
            </a:r>
            <a:r>
              <a:rPr sz="1500" b="0" i="0" dirty="0" err="1">
                <a:solidFill>
                  <a:srgbClr val="474F67"/>
                </a:solidFill>
                <a:latin typeface="Arial"/>
              </a:rPr>
              <a:t>giống</a:t>
            </a:r>
            <a:r>
              <a:rPr sz="1500" b="0" i="0" dirty="0">
                <a:solidFill>
                  <a:srgbClr val="474F67"/>
                </a:solidFill>
                <a:latin typeface="Arial"/>
              </a:rPr>
              <a:t> </a:t>
            </a:r>
            <a:r>
              <a:rPr sz="1500" b="0" i="0" dirty="0" err="1">
                <a:solidFill>
                  <a:srgbClr val="474F67"/>
                </a:solidFill>
                <a:latin typeface="Arial"/>
              </a:rPr>
              <a:t>nhau</a:t>
            </a:r>
            <a:r>
              <a:rPr sz="1500" b="0" i="0" dirty="0">
                <a:solidFill>
                  <a:srgbClr val="474F67"/>
                </a:solidFill>
                <a:latin typeface="Arial"/>
              </a:rPr>
              <a:t>, chia </a:t>
            </a:r>
            <a:r>
              <a:rPr sz="1500" b="0" i="0" dirty="0" err="1">
                <a:solidFill>
                  <a:srgbClr val="474F67"/>
                </a:solidFill>
                <a:latin typeface="Arial"/>
              </a:rPr>
              <a:t>theo</a:t>
            </a:r>
            <a:r>
              <a:rPr sz="1500" b="0" i="0" dirty="0">
                <a:solidFill>
                  <a:srgbClr val="474F67"/>
                </a:solidFill>
                <a:latin typeface="Arial"/>
              </a:rPr>
              <a:t> </a:t>
            </a:r>
            <a:r>
              <a:rPr sz="1500" b="0" i="0" dirty="0" err="1">
                <a:solidFill>
                  <a:srgbClr val="474F67"/>
                </a:solidFill>
                <a:latin typeface="Arial"/>
              </a:rPr>
              <a:t>ảnh</a:t>
            </a:r>
            <a:r>
              <a:rPr sz="1500" b="0" i="0" dirty="0">
                <a:solidFill>
                  <a:srgbClr val="474F67"/>
                </a:solidFill>
                <a:latin typeface="Arial"/>
              </a:rPr>
              <a:t> </a:t>
            </a:r>
            <a:r>
              <a:rPr sz="1500" b="0" i="0" dirty="0" err="1">
                <a:solidFill>
                  <a:srgbClr val="474F67"/>
                </a:solidFill>
                <a:latin typeface="Arial"/>
              </a:rPr>
              <a:t>sẽ</a:t>
            </a:r>
            <a:r>
              <a:rPr lang="en-US" sz="1500" b="0" i="0" dirty="0">
                <a:solidFill>
                  <a:srgbClr val="474F67"/>
                </a:solidFill>
                <a:latin typeface="Arial"/>
              </a:rPr>
              <a:t> </a:t>
            </a:r>
            <a:r>
              <a:rPr lang="en-US" sz="1500" b="0" i="0" dirty="0" err="1">
                <a:solidFill>
                  <a:srgbClr val="474F67"/>
                </a:solidFill>
                <a:latin typeface="Arial"/>
              </a:rPr>
              <a:t>bị</a:t>
            </a:r>
            <a:r>
              <a:rPr lang="en-US" sz="1500" b="0" i="0" dirty="0">
                <a:solidFill>
                  <a:srgbClr val="474F67"/>
                </a:solidFill>
                <a:latin typeface="Arial"/>
              </a:rPr>
              <a:t> rò rỉ dữ liệu (điểm cao ảo)</a:t>
            </a:r>
            <a:r>
              <a:rPr lang="en-US" sz="1500" dirty="0">
                <a:solidFill>
                  <a:srgbClr val="474F67"/>
                </a:solidFill>
                <a:latin typeface="Arial"/>
              </a:rPr>
              <a:t>.</a:t>
            </a:r>
            <a:endParaRPr sz="1500" b="0" i="0" dirty="0">
              <a:solidFill>
                <a:srgbClr val="474F67"/>
              </a:solidFill>
              <a:latin typeface="Arial"/>
            </a:endParaRPr>
          </a:p>
          <a:p>
            <a:pPr marL="256032" indent="-201168" algn="l">
              <a:spcAft>
                <a:spcPts val="700"/>
              </a:spcAft>
              <a:buChar char="•"/>
            </a:pPr>
            <a:r>
              <a:rPr sz="1500" b="1" i="0" dirty="0" err="1">
                <a:solidFill>
                  <a:srgbClr val="1D2939"/>
                </a:solidFill>
                <a:latin typeface="Arial"/>
              </a:rPr>
              <a:t>Bỏ</a:t>
            </a:r>
            <a:r>
              <a:rPr sz="1500" b="1" i="0" dirty="0">
                <a:solidFill>
                  <a:srgbClr val="1D2939"/>
                </a:solidFill>
                <a:latin typeface="Arial"/>
              </a:rPr>
              <a:t> </a:t>
            </a:r>
            <a:r>
              <a:rPr sz="1500" b="1" i="0" dirty="0" err="1">
                <a:solidFill>
                  <a:srgbClr val="1D2939"/>
                </a:solidFill>
                <a:latin typeface="Arial"/>
              </a:rPr>
              <a:t>ảnh</a:t>
            </a:r>
            <a:r>
              <a:rPr sz="1500" b="1" i="0" dirty="0">
                <a:solidFill>
                  <a:srgbClr val="1D2939"/>
                </a:solidFill>
                <a:latin typeface="Arial"/>
              </a:rPr>
              <a:t> </a:t>
            </a:r>
            <a:r>
              <a:rPr sz="1500" b="1" i="0" dirty="0" err="1">
                <a:solidFill>
                  <a:srgbClr val="1D2939"/>
                </a:solidFill>
                <a:latin typeface="Arial"/>
              </a:rPr>
              <a:t>trùng</a:t>
            </a:r>
            <a:r>
              <a:rPr sz="1500" b="1" i="0" dirty="0">
                <a:solidFill>
                  <a:srgbClr val="1D2939"/>
                </a:solidFill>
                <a:latin typeface="Arial"/>
              </a:rPr>
              <a:t>: </a:t>
            </a:r>
            <a:r>
              <a:rPr sz="1500" b="0" i="0" dirty="0" err="1">
                <a:solidFill>
                  <a:srgbClr val="474F67"/>
                </a:solidFill>
                <a:latin typeface="Arial"/>
              </a:rPr>
              <a:t>ảnh</a:t>
            </a:r>
            <a:r>
              <a:rPr sz="1500" b="0" i="0" dirty="0">
                <a:solidFill>
                  <a:srgbClr val="474F67"/>
                </a:solidFill>
                <a:latin typeface="Arial"/>
              </a:rPr>
              <a:t> </a:t>
            </a:r>
            <a:r>
              <a:rPr sz="1500" b="0" i="0" dirty="0" err="1">
                <a:solidFill>
                  <a:srgbClr val="474F67"/>
                </a:solidFill>
                <a:latin typeface="Arial"/>
              </a:rPr>
              <a:t>trùng</a:t>
            </a:r>
            <a:r>
              <a:rPr sz="1500" b="0" i="0" dirty="0">
                <a:solidFill>
                  <a:srgbClr val="474F67"/>
                </a:solidFill>
                <a:latin typeface="Arial"/>
              </a:rPr>
              <a:t> </a:t>
            </a:r>
            <a:r>
              <a:rPr sz="1500" b="0" i="0" dirty="0" err="1">
                <a:solidFill>
                  <a:srgbClr val="474F67"/>
                </a:solidFill>
                <a:latin typeface="Arial"/>
              </a:rPr>
              <a:t>làm</a:t>
            </a:r>
            <a:r>
              <a:rPr sz="1500" b="0" i="0" dirty="0">
                <a:solidFill>
                  <a:srgbClr val="474F67"/>
                </a:solidFill>
                <a:latin typeface="Arial"/>
              </a:rPr>
              <a:t> </a:t>
            </a:r>
            <a:r>
              <a:rPr sz="1500" b="0" i="0" dirty="0" err="1">
                <a:solidFill>
                  <a:srgbClr val="474F67"/>
                </a:solidFill>
                <a:latin typeface="Arial"/>
              </a:rPr>
              <a:t>điểm</a:t>
            </a:r>
            <a:r>
              <a:rPr sz="1500" b="0" i="0" dirty="0">
                <a:solidFill>
                  <a:srgbClr val="474F67"/>
                </a:solidFill>
                <a:latin typeface="Arial"/>
              </a:rPr>
              <a:t> </a:t>
            </a:r>
            <a:r>
              <a:rPr sz="1500" b="0" i="0" dirty="0" err="1">
                <a:solidFill>
                  <a:srgbClr val="474F67"/>
                </a:solidFill>
                <a:latin typeface="Arial"/>
              </a:rPr>
              <a:t>đánh</a:t>
            </a:r>
            <a:r>
              <a:rPr sz="1500" b="0" i="0" dirty="0">
                <a:solidFill>
                  <a:srgbClr val="474F67"/>
                </a:solidFill>
                <a:latin typeface="Arial"/>
              </a:rPr>
              <a:t> </a:t>
            </a:r>
            <a:r>
              <a:rPr sz="1500" b="0" i="0" dirty="0" err="1">
                <a:solidFill>
                  <a:srgbClr val="474F67"/>
                </a:solidFill>
                <a:latin typeface="Arial"/>
              </a:rPr>
              <a:t>giá</a:t>
            </a:r>
            <a:r>
              <a:rPr sz="1500" b="0" i="0" dirty="0">
                <a:solidFill>
                  <a:srgbClr val="474F67"/>
                </a:solidFill>
                <a:latin typeface="Arial"/>
              </a:rPr>
              <a:t> </a:t>
            </a:r>
            <a:r>
              <a:rPr sz="1500" b="0" i="0" dirty="0" err="1">
                <a:solidFill>
                  <a:srgbClr val="474F67"/>
                </a:solidFill>
                <a:latin typeface="Arial"/>
              </a:rPr>
              <a:t>lạc</a:t>
            </a:r>
            <a:r>
              <a:rPr sz="1500" b="0" i="0" dirty="0">
                <a:solidFill>
                  <a:srgbClr val="474F67"/>
                </a:solidFill>
                <a:latin typeface="Arial"/>
              </a:rPr>
              <a:t> </a:t>
            </a:r>
            <a:r>
              <a:rPr sz="1500" b="0" i="0" dirty="0" err="1">
                <a:solidFill>
                  <a:srgbClr val="474F67"/>
                </a:solidFill>
                <a:latin typeface="Arial"/>
              </a:rPr>
              <a:t>quan</a:t>
            </a:r>
            <a:r>
              <a:rPr sz="1500" b="0" i="0" dirty="0">
                <a:solidFill>
                  <a:srgbClr val="474F67"/>
                </a:solidFill>
                <a:latin typeface="Arial"/>
              </a:rPr>
              <a:t> </a:t>
            </a:r>
            <a:r>
              <a:rPr sz="1500" b="0" i="0" dirty="0" err="1">
                <a:solidFill>
                  <a:srgbClr val="474F67"/>
                </a:solidFill>
                <a:latin typeface="Arial"/>
              </a:rPr>
              <a:t>và</a:t>
            </a:r>
            <a:r>
              <a:rPr sz="1500" b="0" i="0" dirty="0">
                <a:solidFill>
                  <a:srgbClr val="474F67"/>
                </a:solidFill>
                <a:latin typeface="Arial"/>
              </a:rPr>
              <a:t> train </a:t>
            </a:r>
            <a:r>
              <a:rPr sz="1500" b="0" i="0" dirty="0" err="1">
                <a:solidFill>
                  <a:srgbClr val="474F67"/>
                </a:solidFill>
                <a:latin typeface="Arial"/>
              </a:rPr>
              <a:t>chậm</a:t>
            </a:r>
            <a:r>
              <a:rPr sz="1500" b="0" i="0" dirty="0">
                <a:solidFill>
                  <a:srgbClr val="474F67"/>
                </a:solidFill>
                <a:latin typeface="Arial"/>
              </a:rPr>
              <a:t> </a:t>
            </a:r>
            <a:r>
              <a:rPr sz="1500" b="0" i="0" dirty="0" err="1">
                <a:solidFill>
                  <a:srgbClr val="474F67"/>
                </a:solidFill>
                <a:latin typeface="Arial"/>
              </a:rPr>
              <a:t>hơn</a:t>
            </a:r>
            <a:r>
              <a:rPr sz="1500" b="0" i="0" dirty="0">
                <a:solidFill>
                  <a:srgbClr val="474F67"/>
                </a:solidFill>
                <a:latin typeface="Arial"/>
              </a:rPr>
              <a:t> </a:t>
            </a:r>
            <a:r>
              <a:rPr sz="1500" b="0" i="0" dirty="0" err="1">
                <a:solidFill>
                  <a:srgbClr val="474F67"/>
                </a:solidFill>
                <a:latin typeface="Arial"/>
              </a:rPr>
              <a:t>mà</a:t>
            </a:r>
            <a:r>
              <a:rPr sz="1500" b="0" i="0" dirty="0">
                <a:solidFill>
                  <a:srgbClr val="474F67"/>
                </a:solidFill>
                <a:latin typeface="Arial"/>
              </a:rPr>
              <a:t> </a:t>
            </a:r>
            <a:r>
              <a:rPr sz="1500" b="0" i="0" dirty="0" err="1">
                <a:solidFill>
                  <a:srgbClr val="474F67"/>
                </a:solidFill>
                <a:latin typeface="Arial"/>
              </a:rPr>
              <a:t>không</a:t>
            </a:r>
            <a:r>
              <a:rPr sz="1500" b="0" i="0" dirty="0">
                <a:solidFill>
                  <a:srgbClr val="474F67"/>
                </a:solidFill>
                <a:latin typeface="Arial"/>
              </a:rPr>
              <a:t> </a:t>
            </a:r>
            <a:r>
              <a:rPr sz="1500" b="0" i="0" dirty="0" err="1">
                <a:solidFill>
                  <a:srgbClr val="474F67"/>
                </a:solidFill>
                <a:latin typeface="Arial"/>
              </a:rPr>
              <a:t>thêm</a:t>
            </a:r>
            <a:r>
              <a:rPr sz="1500" b="0" i="0" dirty="0">
                <a:solidFill>
                  <a:srgbClr val="474F67"/>
                </a:solidFill>
                <a:latin typeface="Arial"/>
              </a:rPr>
              <a:t> </a:t>
            </a:r>
            <a:r>
              <a:rPr sz="1500" b="0" i="0" dirty="0" err="1">
                <a:solidFill>
                  <a:srgbClr val="474F67"/>
                </a:solidFill>
                <a:latin typeface="Arial"/>
              </a:rPr>
              <a:t>thông</a:t>
            </a:r>
            <a:r>
              <a:rPr sz="1500" b="0" i="0" dirty="0">
                <a:solidFill>
                  <a:srgbClr val="474F67"/>
                </a:solidFill>
                <a:latin typeface="Arial"/>
              </a:rPr>
              <a:t> tin.</a:t>
            </a:r>
          </a:p>
          <a:p>
            <a:pPr marL="256032" indent="-201168" algn="l">
              <a:spcAft>
                <a:spcPts val="700"/>
              </a:spcAft>
              <a:buChar char="•"/>
            </a:pPr>
            <a:r>
              <a:rPr sz="1500" b="1" i="0" dirty="0">
                <a:solidFill>
                  <a:srgbClr val="1D2939"/>
                </a:solidFill>
                <a:latin typeface="Arial"/>
              </a:rPr>
              <a:t>Augmentation: </a:t>
            </a:r>
            <a:r>
              <a:rPr sz="1500" b="0" i="0" dirty="0" err="1">
                <a:solidFill>
                  <a:srgbClr val="474F67"/>
                </a:solidFill>
                <a:latin typeface="Arial"/>
              </a:rPr>
              <a:t>cắt</a:t>
            </a:r>
            <a:r>
              <a:rPr sz="1500" b="0" i="0" dirty="0">
                <a:solidFill>
                  <a:srgbClr val="474F67"/>
                </a:solidFill>
                <a:latin typeface="Arial"/>
              </a:rPr>
              <a:t> </a:t>
            </a:r>
            <a:r>
              <a:rPr sz="1500" b="0" i="0" dirty="0" err="1">
                <a:solidFill>
                  <a:srgbClr val="474F67"/>
                </a:solidFill>
                <a:latin typeface="Arial"/>
              </a:rPr>
              <a:t>ngẫu</a:t>
            </a:r>
            <a:r>
              <a:rPr sz="1500" b="0" i="0" dirty="0">
                <a:solidFill>
                  <a:srgbClr val="474F67"/>
                </a:solidFill>
                <a:latin typeface="Arial"/>
              </a:rPr>
              <a:t> </a:t>
            </a:r>
            <a:r>
              <a:rPr sz="1500" b="0" i="0" dirty="0" err="1">
                <a:solidFill>
                  <a:srgbClr val="474F67"/>
                </a:solidFill>
                <a:latin typeface="Arial"/>
              </a:rPr>
              <a:t>nhiên</a:t>
            </a:r>
            <a:r>
              <a:rPr sz="1500" b="0" i="0" dirty="0">
                <a:solidFill>
                  <a:srgbClr val="474F67"/>
                </a:solidFill>
                <a:latin typeface="Arial"/>
              </a:rPr>
              <a:t>, </a:t>
            </a:r>
            <a:r>
              <a:rPr sz="1500" b="0" i="0" dirty="0" err="1">
                <a:solidFill>
                  <a:srgbClr val="474F67"/>
                </a:solidFill>
                <a:latin typeface="Arial"/>
              </a:rPr>
              <a:t>xoay</a:t>
            </a:r>
            <a:r>
              <a:rPr sz="1500" b="0" i="0" dirty="0">
                <a:solidFill>
                  <a:srgbClr val="474F67"/>
                </a:solidFill>
                <a:latin typeface="Arial"/>
              </a:rPr>
              <a:t> ±8°, </a:t>
            </a:r>
            <a:r>
              <a:rPr sz="1500" b="0" i="0" dirty="0" err="1">
                <a:solidFill>
                  <a:srgbClr val="474F67"/>
                </a:solidFill>
                <a:latin typeface="Arial"/>
              </a:rPr>
              <a:t>đổi</a:t>
            </a:r>
            <a:r>
              <a:rPr sz="1500" b="0" i="0" dirty="0">
                <a:solidFill>
                  <a:srgbClr val="474F67"/>
                </a:solidFill>
                <a:latin typeface="Arial"/>
              </a:rPr>
              <a:t> </a:t>
            </a:r>
            <a:r>
              <a:rPr sz="1500" b="0" i="0" dirty="0" err="1">
                <a:solidFill>
                  <a:srgbClr val="474F67"/>
                </a:solidFill>
                <a:latin typeface="Arial"/>
              </a:rPr>
              <a:t>sáng</a:t>
            </a:r>
            <a:r>
              <a:rPr sz="1500" b="0" i="0" dirty="0">
                <a:solidFill>
                  <a:srgbClr val="474F67"/>
                </a:solidFill>
                <a:latin typeface="Arial"/>
              </a:rPr>
              <a:t>/</a:t>
            </a:r>
            <a:r>
              <a:rPr sz="1500" b="0" i="0" dirty="0" err="1">
                <a:solidFill>
                  <a:srgbClr val="474F67"/>
                </a:solidFill>
                <a:latin typeface="Arial"/>
              </a:rPr>
              <a:t>màu</a:t>
            </a:r>
            <a:r>
              <a:rPr lang="vi-VN" sz="1500" b="0" i="0" dirty="0">
                <a:solidFill>
                  <a:srgbClr val="474F67"/>
                </a:solidFill>
                <a:latin typeface="Arial"/>
              </a:rPr>
              <a:t>. </a:t>
            </a:r>
            <a:endParaRPr sz="1500" b="0" i="0" dirty="0">
              <a:solidFill>
                <a:srgbClr val="474F67"/>
              </a:solidFill>
              <a:latin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6072" y="9144"/>
            <a:ext cx="9144000" cy="676656"/>
          </a:xfrm>
        </p:spPr>
        <p:txBody>
          <a:bodyPr anchor="ctr"/>
          <a:lstStyle/>
          <a:p>
            <a:r>
              <a:rPr sz="2400" b="1" dirty="0">
                <a:solidFill>
                  <a:srgbClr val="FFFFFF"/>
                </a:solidFill>
                <a:latin typeface="Arial"/>
              </a:rPr>
              <a:t>Giao </a:t>
            </a:r>
            <a:r>
              <a:rPr sz="2400" b="1" dirty="0" err="1">
                <a:solidFill>
                  <a:srgbClr val="FFFFFF"/>
                </a:solidFill>
                <a:latin typeface="Arial"/>
              </a:rPr>
              <a:t>thức</a:t>
            </a:r>
            <a:r>
              <a:rPr sz="2400" b="1" dirty="0">
                <a:solidFill>
                  <a:srgbClr val="FFFFFF"/>
                </a:solidFill>
                <a:latin typeface="Arial"/>
              </a:rPr>
              <a:t> </a:t>
            </a:r>
            <a:r>
              <a:rPr sz="2400" b="1" dirty="0" err="1">
                <a:solidFill>
                  <a:srgbClr val="FFFFFF"/>
                </a:solidFill>
                <a:latin typeface="Arial"/>
              </a:rPr>
              <a:t>thí</a:t>
            </a:r>
            <a:r>
              <a:rPr sz="2400" b="1" dirty="0">
                <a:solidFill>
                  <a:srgbClr val="FFFFFF"/>
                </a:solidFill>
                <a:latin typeface="Arial"/>
              </a:rPr>
              <a:t> </a:t>
            </a:r>
            <a:r>
              <a:rPr sz="2400" b="1" dirty="0" err="1">
                <a:solidFill>
                  <a:srgbClr val="FFFFFF"/>
                </a:solidFill>
                <a:latin typeface="Arial"/>
              </a:rPr>
              <a:t>nghiệm</a:t>
            </a:r>
            <a:endParaRPr sz="2400" b="1" dirty="0">
              <a:solidFill>
                <a:srgbClr val="FFFFFF"/>
              </a:solidFill>
              <a:latin typeface="Arial"/>
            </a:endParaRPr>
          </a:p>
        </p:txBody>
      </p:sp>
      <p:sp>
        <p:nvSpPr>
          <p:cNvPr id="6" name="Slide Number Placeholder 5"/>
          <p:cNvSpPr>
            <a:spLocks noGrp="1"/>
          </p:cNvSpPr>
          <p:nvPr>
            <p:ph type="sldNum" sz="quarter" idx="12"/>
          </p:nvPr>
        </p:nvSpPr>
        <p:spPr>
          <a:xfrm>
            <a:off x="9338569" y="6414022"/>
            <a:ext cx="2743200" cy="365125"/>
          </a:xfrm>
        </p:spPr>
        <p:txBody>
          <a:bodyPr/>
          <a:lstStyle>
            <a:lvl1pPr>
              <a:defRPr>
                <a:latin typeface="Times New Roman" panose="02020603050405020304" pitchFamily="18" charset="0"/>
                <a:cs typeface="Times New Roman" panose="02020603050405020304" pitchFamily="18" charset="0"/>
              </a:defRPr>
            </a:lvl1pPr>
          </a:lstStyle>
          <a:p>
            <a:fld id="{61747C95-3AE6-4FC3-BEF5-3AF60B1E4490}" type="slidenum">
              <a:rPr lang="en-US" sz="1400">
                <a:solidFill>
                  <a:srgbClr val="000000"/>
                </a:solidFill>
                <a:latin typeface="Arial"/>
              </a:rPr>
              <a:t>5</a:t>
            </a:fld>
            <a:endParaRPr lang="en-US"/>
          </a:p>
        </p:txBody>
      </p:sp>
      <p:graphicFrame>
        <p:nvGraphicFramePr>
          <p:cNvPr id="7" name="Table 6"/>
          <p:cNvGraphicFramePr>
            <a:graphicFrameLocks noGrp="1"/>
          </p:cNvGraphicFramePr>
          <p:nvPr>
            <p:extLst>
              <p:ext uri="{D42A27DB-BD31-4B8C-83A1-F6EECF244321}">
                <p14:modId xmlns:p14="http://schemas.microsoft.com/office/powerpoint/2010/main" val="4069292101"/>
              </p:ext>
            </p:extLst>
          </p:nvPr>
        </p:nvGraphicFramePr>
        <p:xfrm>
          <a:off x="576072" y="960120"/>
          <a:ext cx="6766560" cy="4389120"/>
        </p:xfrm>
        <a:graphic>
          <a:graphicData uri="http://schemas.openxmlformats.org/drawingml/2006/table">
            <a:tbl>
              <a:tblPr firstRow="1" bandRow="1">
                <a:tableStyleId>{5940675A-B579-460E-94D1-54222C63F5DA}</a:tableStyleId>
              </a:tblPr>
              <a:tblGrid>
                <a:gridCol w="2103120">
                  <a:extLst>
                    <a:ext uri="{9D8B030D-6E8A-4147-A177-3AD203B41FA5}">
                      <a16:colId xmlns:a16="http://schemas.microsoft.com/office/drawing/2014/main" val="20000"/>
                    </a:ext>
                  </a:extLst>
                </a:gridCol>
                <a:gridCol w="4663440">
                  <a:extLst>
                    <a:ext uri="{9D8B030D-6E8A-4147-A177-3AD203B41FA5}">
                      <a16:colId xmlns:a16="http://schemas.microsoft.com/office/drawing/2014/main" val="20001"/>
                    </a:ext>
                  </a:extLst>
                </a:gridCol>
              </a:tblGrid>
              <a:tr h="548640">
                <a:tc>
                  <a:txBody>
                    <a:bodyPr/>
                    <a:lstStyle/>
                    <a:p>
                      <a:pPr algn="l"/>
                      <a:r>
                        <a:rPr sz="1600" b="1">
                          <a:solidFill>
                            <a:srgbClr val="FFFFFF"/>
                          </a:solidFill>
                          <a:latin typeface="Arial"/>
                        </a:rPr>
                        <a:t>Thành phần</a:t>
                      </a:r>
                    </a:p>
                  </a:txBody>
                  <a:tcPr marT="27432" marB="27432" anchor="ctr">
                    <a:lnL w="9525">
                      <a:solidFill>
                        <a:srgbClr val="D3D7DD"/>
                      </a:solidFill>
                    </a:lnL>
                    <a:lnR w="9525">
                      <a:solidFill>
                        <a:srgbClr val="D3D7DD"/>
                      </a:solidFill>
                    </a:lnR>
                    <a:lnT w="9525">
                      <a:solidFill>
                        <a:srgbClr val="D3D7DD"/>
                      </a:solidFill>
                    </a:lnT>
                    <a:lnB w="9525">
                      <a:solidFill>
                        <a:srgbClr val="D3D7DD"/>
                      </a:solidFill>
                    </a:lnB>
                    <a:solidFill>
                      <a:srgbClr val="00A95C"/>
                    </a:solidFill>
                  </a:tcPr>
                </a:tc>
                <a:tc>
                  <a:txBody>
                    <a:bodyPr/>
                    <a:lstStyle/>
                    <a:p>
                      <a:pPr algn="l"/>
                      <a:r>
                        <a:rPr sz="1600" b="1">
                          <a:solidFill>
                            <a:srgbClr val="FFFFFF"/>
                          </a:solidFill>
                          <a:latin typeface="Arial"/>
                        </a:rPr>
                        <a:t>Cấu hình cố định</a:t>
                      </a:r>
                    </a:p>
                  </a:txBody>
                  <a:tcPr marT="27432" marB="27432" anchor="ctr">
                    <a:lnL w="9525">
                      <a:solidFill>
                        <a:srgbClr val="D3D7DD"/>
                      </a:solidFill>
                    </a:lnL>
                    <a:lnR w="9525">
                      <a:solidFill>
                        <a:srgbClr val="D3D7DD"/>
                      </a:solidFill>
                    </a:lnR>
                    <a:lnT w="9525">
                      <a:solidFill>
                        <a:srgbClr val="D3D7DD"/>
                      </a:solidFill>
                    </a:lnT>
                    <a:lnB w="9525">
                      <a:solidFill>
                        <a:srgbClr val="D3D7DD"/>
                      </a:solidFill>
                    </a:lnB>
                    <a:solidFill>
                      <a:srgbClr val="00A95C"/>
                    </a:solidFill>
                  </a:tcPr>
                </a:tc>
                <a:extLst>
                  <a:ext uri="{0D108BD9-81ED-4DB2-BD59-A6C34878D82A}">
                    <a16:rowId xmlns:a16="http://schemas.microsoft.com/office/drawing/2014/main" val="10000"/>
                  </a:ext>
                </a:extLst>
              </a:tr>
              <a:tr h="548640">
                <a:tc>
                  <a:txBody>
                    <a:bodyPr/>
                    <a:lstStyle/>
                    <a:p>
                      <a:pPr algn="l"/>
                      <a:r>
                        <a:rPr sz="1600" b="1">
                          <a:solidFill>
                            <a:srgbClr val="1D2939"/>
                          </a:solidFill>
                          <a:latin typeface="Arial"/>
                        </a:rPr>
                        <a:t>Khởi tạo</a:t>
                      </a:r>
                    </a:p>
                  </a:txBody>
                  <a:tcPr marT="27432" marB="27432" anchor="ctr">
                    <a:lnL w="9525">
                      <a:solidFill>
                        <a:srgbClr val="D3D7DD"/>
                      </a:solidFill>
                    </a:lnL>
                    <a:lnR w="9525">
                      <a:solidFill>
                        <a:srgbClr val="D3D7DD"/>
                      </a:solidFill>
                    </a:lnR>
                    <a:lnT w="9525">
                      <a:solidFill>
                        <a:srgbClr val="D3D7DD"/>
                      </a:solidFill>
                    </a:lnT>
                    <a:lnB w="9525">
                      <a:solidFill>
                        <a:srgbClr val="D3D7DD"/>
                      </a:solidFill>
                    </a:lnB>
                    <a:solidFill>
                      <a:srgbClr val="FFFFFF"/>
                    </a:solidFill>
                  </a:tcPr>
                </a:tc>
                <a:tc>
                  <a:txBody>
                    <a:bodyPr/>
                    <a:lstStyle/>
                    <a:p>
                      <a:pPr algn="l"/>
                      <a:r>
                        <a:rPr sz="1600" b="0" dirty="0">
                          <a:solidFill>
                            <a:srgbClr val="1D2939"/>
                          </a:solidFill>
                          <a:latin typeface="Arial"/>
                        </a:rPr>
                        <a:t>Pretrained ImageNet</a:t>
                      </a:r>
                    </a:p>
                  </a:txBody>
                  <a:tcPr marT="27432" marB="27432" anchor="ctr">
                    <a:lnL w="9525">
                      <a:solidFill>
                        <a:srgbClr val="D3D7DD"/>
                      </a:solidFill>
                    </a:lnL>
                    <a:lnR w="9525">
                      <a:solidFill>
                        <a:srgbClr val="D3D7DD"/>
                      </a:solidFill>
                    </a:lnR>
                    <a:lnT w="9525">
                      <a:solidFill>
                        <a:srgbClr val="D3D7DD"/>
                      </a:solidFill>
                    </a:lnT>
                    <a:lnB w="9525">
                      <a:solidFill>
                        <a:srgbClr val="D3D7DD"/>
                      </a:solidFill>
                    </a:lnB>
                    <a:solidFill>
                      <a:srgbClr val="FFFFFF"/>
                    </a:solidFill>
                  </a:tcPr>
                </a:tc>
                <a:extLst>
                  <a:ext uri="{0D108BD9-81ED-4DB2-BD59-A6C34878D82A}">
                    <a16:rowId xmlns:a16="http://schemas.microsoft.com/office/drawing/2014/main" val="10001"/>
                  </a:ext>
                </a:extLst>
              </a:tr>
              <a:tr h="548640">
                <a:tc>
                  <a:txBody>
                    <a:bodyPr/>
                    <a:lstStyle/>
                    <a:p>
                      <a:pPr algn="l"/>
                      <a:r>
                        <a:rPr sz="1600" b="1">
                          <a:solidFill>
                            <a:srgbClr val="1D2939"/>
                          </a:solidFill>
                          <a:latin typeface="Arial"/>
                        </a:rPr>
                        <a:t>Optimizer</a:t>
                      </a:r>
                    </a:p>
                  </a:txBody>
                  <a:tcPr marT="27432" marB="27432" anchor="ctr">
                    <a:lnL w="9525">
                      <a:solidFill>
                        <a:srgbClr val="D3D7DD"/>
                      </a:solidFill>
                    </a:lnL>
                    <a:lnR w="9525">
                      <a:solidFill>
                        <a:srgbClr val="D3D7DD"/>
                      </a:solidFill>
                    </a:lnR>
                    <a:lnT w="9525">
                      <a:solidFill>
                        <a:srgbClr val="D3D7DD"/>
                      </a:solidFill>
                    </a:lnT>
                    <a:lnB w="9525">
                      <a:solidFill>
                        <a:srgbClr val="D3D7DD"/>
                      </a:solidFill>
                    </a:lnB>
                    <a:solidFill>
                      <a:srgbClr val="F1F3F6"/>
                    </a:solidFill>
                  </a:tcPr>
                </a:tc>
                <a:tc>
                  <a:txBody>
                    <a:bodyPr/>
                    <a:lstStyle/>
                    <a:p>
                      <a:pPr algn="l"/>
                      <a:r>
                        <a:rPr sz="1600" b="0" dirty="0" err="1">
                          <a:solidFill>
                            <a:srgbClr val="1D2939"/>
                          </a:solidFill>
                          <a:latin typeface="Arial"/>
                        </a:rPr>
                        <a:t>AdamW</a:t>
                      </a:r>
                      <a:r>
                        <a:rPr sz="1600" b="0" dirty="0">
                          <a:solidFill>
                            <a:srgbClr val="1D2939"/>
                          </a:solidFill>
                          <a:latin typeface="Arial"/>
                        </a:rPr>
                        <a:t>, </a:t>
                      </a:r>
                      <a:r>
                        <a:rPr sz="1600" b="0" dirty="0" err="1">
                          <a:solidFill>
                            <a:srgbClr val="1D2939"/>
                          </a:solidFill>
                          <a:latin typeface="Arial"/>
                        </a:rPr>
                        <a:t>lr</a:t>
                      </a:r>
                      <a:r>
                        <a:rPr sz="1600" b="0" dirty="0">
                          <a:solidFill>
                            <a:srgbClr val="1D2939"/>
                          </a:solidFill>
                          <a:latin typeface="Arial"/>
                        </a:rPr>
                        <a:t> </a:t>
                      </a:r>
                      <a:r>
                        <a:rPr lang="en-US" sz="1600" b="0" dirty="0">
                          <a:solidFill>
                            <a:srgbClr val="1D2939"/>
                          </a:solidFill>
                          <a:latin typeface="Arial"/>
                        </a:rPr>
                        <a:t>0.001</a:t>
                      </a:r>
                      <a:r>
                        <a:rPr sz="1600" b="0" dirty="0">
                          <a:solidFill>
                            <a:srgbClr val="1D2939"/>
                          </a:solidFill>
                          <a:latin typeface="Arial"/>
                        </a:rPr>
                        <a:t>, weight decay 1e-4</a:t>
                      </a:r>
                    </a:p>
                  </a:txBody>
                  <a:tcPr marT="27432" marB="27432" anchor="ctr">
                    <a:lnL w="9525">
                      <a:solidFill>
                        <a:srgbClr val="D3D7DD"/>
                      </a:solidFill>
                    </a:lnL>
                    <a:lnR w="9525">
                      <a:solidFill>
                        <a:srgbClr val="D3D7DD"/>
                      </a:solidFill>
                    </a:lnR>
                    <a:lnT w="9525">
                      <a:solidFill>
                        <a:srgbClr val="D3D7DD"/>
                      </a:solidFill>
                    </a:lnT>
                    <a:lnB w="9525">
                      <a:solidFill>
                        <a:srgbClr val="D3D7DD"/>
                      </a:solidFill>
                    </a:lnB>
                    <a:solidFill>
                      <a:srgbClr val="F1F3F6"/>
                    </a:solidFill>
                  </a:tcPr>
                </a:tc>
                <a:extLst>
                  <a:ext uri="{0D108BD9-81ED-4DB2-BD59-A6C34878D82A}">
                    <a16:rowId xmlns:a16="http://schemas.microsoft.com/office/drawing/2014/main" val="10002"/>
                  </a:ext>
                </a:extLst>
              </a:tr>
              <a:tr h="548640">
                <a:tc>
                  <a:txBody>
                    <a:bodyPr/>
                    <a:lstStyle/>
                    <a:p>
                      <a:pPr algn="l"/>
                      <a:r>
                        <a:rPr sz="1600" b="1" dirty="0" err="1">
                          <a:solidFill>
                            <a:srgbClr val="1D2939"/>
                          </a:solidFill>
                          <a:latin typeface="Arial"/>
                        </a:rPr>
                        <a:t>Lịch</a:t>
                      </a:r>
                      <a:r>
                        <a:rPr sz="1600" b="1" dirty="0">
                          <a:solidFill>
                            <a:srgbClr val="1D2939"/>
                          </a:solidFill>
                          <a:latin typeface="Arial"/>
                        </a:rPr>
                        <a:t> </a:t>
                      </a:r>
                      <a:r>
                        <a:rPr sz="1600" b="1" dirty="0" err="1">
                          <a:solidFill>
                            <a:srgbClr val="1D2939"/>
                          </a:solidFill>
                          <a:latin typeface="Arial"/>
                        </a:rPr>
                        <a:t>học</a:t>
                      </a:r>
                      <a:endParaRPr sz="1600" b="1" dirty="0">
                        <a:solidFill>
                          <a:srgbClr val="1D2939"/>
                        </a:solidFill>
                        <a:latin typeface="Arial"/>
                      </a:endParaRPr>
                    </a:p>
                  </a:txBody>
                  <a:tcPr marT="27432" marB="27432" anchor="ctr">
                    <a:lnL w="9525">
                      <a:solidFill>
                        <a:srgbClr val="D3D7DD"/>
                      </a:solidFill>
                    </a:lnL>
                    <a:lnR w="9525">
                      <a:solidFill>
                        <a:srgbClr val="D3D7DD"/>
                      </a:solidFill>
                    </a:lnR>
                    <a:lnT w="9525">
                      <a:solidFill>
                        <a:srgbClr val="D3D7DD"/>
                      </a:solidFill>
                    </a:lnT>
                    <a:lnB w="9525">
                      <a:solidFill>
                        <a:srgbClr val="D3D7DD"/>
                      </a:solidFill>
                    </a:lnB>
                    <a:solidFill>
                      <a:srgbClr val="FFFFFF"/>
                    </a:solidFill>
                  </a:tcPr>
                </a:tc>
                <a:tc>
                  <a:txBody>
                    <a:bodyPr/>
                    <a:lstStyle/>
                    <a:p>
                      <a:pPr algn="l"/>
                      <a:r>
                        <a:rPr sz="1600" b="0" dirty="0">
                          <a:solidFill>
                            <a:srgbClr val="1D2939"/>
                          </a:solidFill>
                          <a:latin typeface="Arial"/>
                        </a:rPr>
                        <a:t>Cosine annealing, 10 epoch, batch 64</a:t>
                      </a:r>
                    </a:p>
                  </a:txBody>
                  <a:tcPr marT="27432" marB="27432" anchor="ctr">
                    <a:lnL w="9525">
                      <a:solidFill>
                        <a:srgbClr val="D3D7DD"/>
                      </a:solidFill>
                    </a:lnL>
                    <a:lnR w="9525">
                      <a:solidFill>
                        <a:srgbClr val="D3D7DD"/>
                      </a:solidFill>
                    </a:lnR>
                    <a:lnT w="9525">
                      <a:solidFill>
                        <a:srgbClr val="D3D7DD"/>
                      </a:solidFill>
                    </a:lnT>
                    <a:lnB w="9525">
                      <a:solidFill>
                        <a:srgbClr val="D3D7DD"/>
                      </a:solidFill>
                    </a:lnB>
                    <a:solidFill>
                      <a:srgbClr val="FFFFFF"/>
                    </a:solidFill>
                  </a:tcPr>
                </a:tc>
                <a:extLst>
                  <a:ext uri="{0D108BD9-81ED-4DB2-BD59-A6C34878D82A}">
                    <a16:rowId xmlns:a16="http://schemas.microsoft.com/office/drawing/2014/main" val="10003"/>
                  </a:ext>
                </a:extLst>
              </a:tr>
              <a:tr h="548640">
                <a:tc>
                  <a:txBody>
                    <a:bodyPr/>
                    <a:lstStyle/>
                    <a:p>
                      <a:pPr algn="l"/>
                      <a:r>
                        <a:rPr sz="1600" b="1">
                          <a:solidFill>
                            <a:srgbClr val="1D2939"/>
                          </a:solidFill>
                          <a:latin typeface="Arial"/>
                        </a:rPr>
                        <a:t>Hàm mất mát</a:t>
                      </a:r>
                    </a:p>
                  </a:txBody>
                  <a:tcPr marT="27432" marB="27432" anchor="ctr">
                    <a:lnL w="9525">
                      <a:solidFill>
                        <a:srgbClr val="D3D7DD"/>
                      </a:solidFill>
                    </a:lnL>
                    <a:lnR w="9525">
                      <a:solidFill>
                        <a:srgbClr val="D3D7DD"/>
                      </a:solidFill>
                    </a:lnR>
                    <a:lnT w="9525">
                      <a:solidFill>
                        <a:srgbClr val="D3D7DD"/>
                      </a:solidFill>
                    </a:lnT>
                    <a:lnB w="9525">
                      <a:solidFill>
                        <a:srgbClr val="D3D7DD"/>
                      </a:solidFill>
                    </a:lnB>
                    <a:solidFill>
                      <a:srgbClr val="F1F3F6"/>
                    </a:solidFill>
                  </a:tcPr>
                </a:tc>
                <a:tc>
                  <a:txBody>
                    <a:bodyPr/>
                    <a:lstStyle/>
                    <a:p>
                      <a:pPr algn="l"/>
                      <a:r>
                        <a:rPr sz="1600" b="0" dirty="0">
                          <a:solidFill>
                            <a:srgbClr val="1D2939"/>
                          </a:solidFill>
                          <a:latin typeface="Arial"/>
                        </a:rPr>
                        <a:t>Cross-entropy, label smoothing 0,1</a:t>
                      </a:r>
                    </a:p>
                  </a:txBody>
                  <a:tcPr marT="27432" marB="27432" anchor="ctr">
                    <a:lnL w="9525">
                      <a:solidFill>
                        <a:srgbClr val="D3D7DD"/>
                      </a:solidFill>
                    </a:lnL>
                    <a:lnR w="9525">
                      <a:solidFill>
                        <a:srgbClr val="D3D7DD"/>
                      </a:solidFill>
                    </a:lnR>
                    <a:lnT w="9525">
                      <a:solidFill>
                        <a:srgbClr val="D3D7DD"/>
                      </a:solidFill>
                    </a:lnT>
                    <a:lnB w="9525">
                      <a:solidFill>
                        <a:srgbClr val="D3D7DD"/>
                      </a:solidFill>
                    </a:lnB>
                    <a:solidFill>
                      <a:srgbClr val="F1F3F6"/>
                    </a:solidFill>
                  </a:tcPr>
                </a:tc>
                <a:extLst>
                  <a:ext uri="{0D108BD9-81ED-4DB2-BD59-A6C34878D82A}">
                    <a16:rowId xmlns:a16="http://schemas.microsoft.com/office/drawing/2014/main" val="10004"/>
                  </a:ext>
                </a:extLst>
              </a:tr>
              <a:tr h="548640">
                <a:tc>
                  <a:txBody>
                    <a:bodyPr/>
                    <a:lstStyle/>
                    <a:p>
                      <a:pPr algn="l"/>
                      <a:r>
                        <a:rPr sz="1600" b="1">
                          <a:solidFill>
                            <a:srgbClr val="1D2939"/>
                          </a:solidFill>
                          <a:latin typeface="Arial"/>
                        </a:rPr>
                        <a:t>Ảnh vào</a:t>
                      </a:r>
                    </a:p>
                  </a:txBody>
                  <a:tcPr marT="27432" marB="27432" anchor="ctr">
                    <a:lnL w="9525">
                      <a:solidFill>
                        <a:srgbClr val="D3D7DD"/>
                      </a:solidFill>
                    </a:lnL>
                    <a:lnR w="9525">
                      <a:solidFill>
                        <a:srgbClr val="D3D7DD"/>
                      </a:solidFill>
                    </a:lnR>
                    <a:lnT w="9525">
                      <a:solidFill>
                        <a:srgbClr val="D3D7DD"/>
                      </a:solidFill>
                    </a:lnT>
                    <a:lnB w="9525">
                      <a:solidFill>
                        <a:srgbClr val="D3D7DD"/>
                      </a:solidFill>
                    </a:lnB>
                    <a:solidFill>
                      <a:srgbClr val="FFFFFF"/>
                    </a:solidFill>
                  </a:tcPr>
                </a:tc>
                <a:tc>
                  <a:txBody>
                    <a:bodyPr/>
                    <a:lstStyle/>
                    <a:p>
                      <a:pPr algn="l"/>
                      <a:r>
                        <a:rPr sz="1600" b="0" dirty="0">
                          <a:solidFill>
                            <a:srgbClr val="1D2939"/>
                          </a:solidFill>
                          <a:latin typeface="Arial"/>
                        </a:rPr>
                        <a:t>224×224, augmentation</a:t>
                      </a:r>
                    </a:p>
                  </a:txBody>
                  <a:tcPr marT="27432" marB="27432" anchor="ctr">
                    <a:lnL w="9525">
                      <a:solidFill>
                        <a:srgbClr val="D3D7DD"/>
                      </a:solidFill>
                    </a:lnL>
                    <a:lnR w="9525">
                      <a:solidFill>
                        <a:srgbClr val="D3D7DD"/>
                      </a:solidFill>
                    </a:lnR>
                    <a:lnT w="9525">
                      <a:solidFill>
                        <a:srgbClr val="D3D7DD"/>
                      </a:solidFill>
                    </a:lnT>
                    <a:lnB w="9525">
                      <a:solidFill>
                        <a:srgbClr val="D3D7DD"/>
                      </a:solidFill>
                    </a:lnB>
                    <a:solidFill>
                      <a:srgbClr val="FFFFFF"/>
                    </a:solidFill>
                  </a:tcPr>
                </a:tc>
                <a:extLst>
                  <a:ext uri="{0D108BD9-81ED-4DB2-BD59-A6C34878D82A}">
                    <a16:rowId xmlns:a16="http://schemas.microsoft.com/office/drawing/2014/main" val="10005"/>
                  </a:ext>
                </a:extLst>
              </a:tr>
              <a:tr h="548640">
                <a:tc>
                  <a:txBody>
                    <a:bodyPr/>
                    <a:lstStyle/>
                    <a:p>
                      <a:pPr algn="l"/>
                      <a:r>
                        <a:rPr sz="1600" b="1">
                          <a:solidFill>
                            <a:srgbClr val="1D2939"/>
                          </a:solidFill>
                          <a:latin typeface="Arial"/>
                        </a:rPr>
                        <a:t>Chọn checkpoint</a:t>
                      </a:r>
                    </a:p>
                  </a:txBody>
                  <a:tcPr marT="27432" marB="27432" anchor="ctr">
                    <a:lnL w="9525">
                      <a:solidFill>
                        <a:srgbClr val="D3D7DD"/>
                      </a:solidFill>
                    </a:lnL>
                    <a:lnR w="9525">
                      <a:solidFill>
                        <a:srgbClr val="D3D7DD"/>
                      </a:solidFill>
                    </a:lnR>
                    <a:lnT w="9525">
                      <a:solidFill>
                        <a:srgbClr val="D3D7DD"/>
                      </a:solidFill>
                    </a:lnT>
                    <a:lnB w="9525">
                      <a:solidFill>
                        <a:srgbClr val="D3D7DD"/>
                      </a:solidFill>
                    </a:lnB>
                    <a:solidFill>
                      <a:srgbClr val="F1F3F6"/>
                    </a:solidFill>
                  </a:tcPr>
                </a:tc>
                <a:tc>
                  <a:txBody>
                    <a:bodyPr/>
                    <a:lstStyle/>
                    <a:p>
                      <a:pPr algn="l"/>
                      <a:r>
                        <a:rPr sz="1600" b="0" dirty="0">
                          <a:solidFill>
                            <a:srgbClr val="1D2939"/>
                          </a:solidFill>
                          <a:latin typeface="Arial"/>
                        </a:rPr>
                        <a:t>Epoch </a:t>
                      </a:r>
                      <a:r>
                        <a:rPr sz="1600" b="0" dirty="0" err="1">
                          <a:solidFill>
                            <a:srgbClr val="1D2939"/>
                          </a:solidFill>
                          <a:latin typeface="Arial"/>
                        </a:rPr>
                        <a:t>có</a:t>
                      </a:r>
                      <a:r>
                        <a:rPr sz="1600" b="0" dirty="0">
                          <a:solidFill>
                            <a:srgbClr val="1D2939"/>
                          </a:solidFill>
                          <a:latin typeface="Arial"/>
                        </a:rPr>
                        <a:t> </a:t>
                      </a:r>
                      <a:r>
                        <a:rPr sz="1600" b="0" dirty="0" err="1">
                          <a:solidFill>
                            <a:srgbClr val="1D2939"/>
                          </a:solidFill>
                          <a:latin typeface="Arial"/>
                        </a:rPr>
                        <a:t>val</a:t>
                      </a:r>
                      <a:r>
                        <a:rPr sz="1600" b="0" dirty="0">
                          <a:solidFill>
                            <a:srgbClr val="1D2939"/>
                          </a:solidFill>
                          <a:latin typeface="Arial"/>
                        </a:rPr>
                        <a:t> macro-F1 </a:t>
                      </a:r>
                      <a:r>
                        <a:rPr sz="1600" b="0" dirty="0" err="1">
                          <a:solidFill>
                            <a:srgbClr val="1D2939"/>
                          </a:solidFill>
                          <a:latin typeface="Arial"/>
                        </a:rPr>
                        <a:t>cao</a:t>
                      </a:r>
                      <a:r>
                        <a:rPr sz="1600" b="0" dirty="0">
                          <a:solidFill>
                            <a:srgbClr val="1D2939"/>
                          </a:solidFill>
                          <a:latin typeface="Arial"/>
                        </a:rPr>
                        <a:t> </a:t>
                      </a:r>
                      <a:r>
                        <a:rPr sz="1600" b="0" dirty="0" err="1">
                          <a:solidFill>
                            <a:srgbClr val="1D2939"/>
                          </a:solidFill>
                          <a:latin typeface="Arial"/>
                        </a:rPr>
                        <a:t>nhất</a:t>
                      </a:r>
                      <a:endParaRPr sz="1600" b="0" dirty="0">
                        <a:solidFill>
                          <a:srgbClr val="1D2939"/>
                        </a:solidFill>
                        <a:latin typeface="Arial"/>
                      </a:endParaRPr>
                    </a:p>
                  </a:txBody>
                  <a:tcPr marT="27432" marB="27432" anchor="ctr">
                    <a:lnL w="9525">
                      <a:solidFill>
                        <a:srgbClr val="D3D7DD"/>
                      </a:solidFill>
                    </a:lnL>
                    <a:lnR w="9525">
                      <a:solidFill>
                        <a:srgbClr val="D3D7DD"/>
                      </a:solidFill>
                    </a:lnR>
                    <a:lnT w="9525">
                      <a:solidFill>
                        <a:srgbClr val="D3D7DD"/>
                      </a:solidFill>
                    </a:lnT>
                    <a:lnB w="9525">
                      <a:solidFill>
                        <a:srgbClr val="D3D7DD"/>
                      </a:solidFill>
                    </a:lnB>
                    <a:solidFill>
                      <a:srgbClr val="F1F3F6"/>
                    </a:solidFill>
                  </a:tcPr>
                </a:tc>
                <a:extLst>
                  <a:ext uri="{0D108BD9-81ED-4DB2-BD59-A6C34878D82A}">
                    <a16:rowId xmlns:a16="http://schemas.microsoft.com/office/drawing/2014/main" val="10006"/>
                  </a:ext>
                </a:extLst>
              </a:tr>
              <a:tr h="548640">
                <a:tc>
                  <a:txBody>
                    <a:bodyPr/>
                    <a:lstStyle/>
                    <a:p>
                      <a:pPr algn="l"/>
                      <a:r>
                        <a:rPr sz="1600" b="1">
                          <a:solidFill>
                            <a:srgbClr val="1D2939"/>
                          </a:solidFill>
                          <a:latin typeface="Arial"/>
                        </a:rPr>
                        <a:t>Đánh giá</a:t>
                      </a:r>
                    </a:p>
                  </a:txBody>
                  <a:tcPr marT="27432" marB="27432" anchor="ctr">
                    <a:lnL w="9525">
                      <a:solidFill>
                        <a:srgbClr val="D3D7DD"/>
                      </a:solidFill>
                    </a:lnL>
                    <a:lnR w="9525">
                      <a:solidFill>
                        <a:srgbClr val="D3D7DD"/>
                      </a:solidFill>
                    </a:lnR>
                    <a:lnT w="9525">
                      <a:solidFill>
                        <a:srgbClr val="D3D7DD"/>
                      </a:solidFill>
                    </a:lnT>
                    <a:lnB w="9525">
                      <a:solidFill>
                        <a:srgbClr val="D3D7DD"/>
                      </a:solidFill>
                    </a:lnB>
                    <a:solidFill>
                      <a:srgbClr val="FFFFFF"/>
                    </a:solidFill>
                  </a:tcPr>
                </a:tc>
                <a:tc>
                  <a:txBody>
                    <a:bodyPr/>
                    <a:lstStyle/>
                    <a:p>
                      <a:pPr algn="l"/>
                      <a:r>
                        <a:rPr sz="1600" b="0" dirty="0">
                          <a:solidFill>
                            <a:srgbClr val="1D2939"/>
                          </a:solidFill>
                          <a:latin typeface="Arial"/>
                        </a:rPr>
                        <a:t>Test </a:t>
                      </a:r>
                      <a:r>
                        <a:rPr sz="1600" b="0" dirty="0" err="1">
                          <a:solidFill>
                            <a:srgbClr val="1D2939"/>
                          </a:solidFill>
                          <a:latin typeface="Arial"/>
                        </a:rPr>
                        <a:t>báo</a:t>
                      </a:r>
                      <a:r>
                        <a:rPr sz="1600" b="0" dirty="0">
                          <a:solidFill>
                            <a:srgbClr val="1D2939"/>
                          </a:solidFill>
                          <a:latin typeface="Arial"/>
                        </a:rPr>
                        <a:t> </a:t>
                      </a:r>
                      <a:r>
                        <a:rPr sz="1600" b="0" dirty="0" err="1">
                          <a:solidFill>
                            <a:srgbClr val="1D2939"/>
                          </a:solidFill>
                          <a:latin typeface="Arial"/>
                        </a:rPr>
                        <a:t>cáo</a:t>
                      </a:r>
                      <a:r>
                        <a:rPr sz="1600" b="0" dirty="0">
                          <a:solidFill>
                            <a:srgbClr val="1D2939"/>
                          </a:solidFill>
                          <a:latin typeface="Arial"/>
                        </a:rPr>
                        <a:t> </a:t>
                      </a:r>
                      <a:r>
                        <a:rPr sz="1600" b="0" dirty="0" err="1">
                          <a:solidFill>
                            <a:srgbClr val="1D2939"/>
                          </a:solidFill>
                          <a:latin typeface="Arial"/>
                        </a:rPr>
                        <a:t>một</a:t>
                      </a:r>
                      <a:r>
                        <a:rPr sz="1600" b="0" dirty="0">
                          <a:solidFill>
                            <a:srgbClr val="1D2939"/>
                          </a:solidFill>
                          <a:latin typeface="Arial"/>
                        </a:rPr>
                        <a:t> </a:t>
                      </a:r>
                      <a:r>
                        <a:rPr sz="1600" b="0" dirty="0" err="1">
                          <a:solidFill>
                            <a:srgbClr val="1D2939"/>
                          </a:solidFill>
                          <a:latin typeface="Arial"/>
                        </a:rPr>
                        <a:t>lần</a:t>
                      </a:r>
                      <a:r>
                        <a:rPr sz="1600" b="0" dirty="0">
                          <a:solidFill>
                            <a:srgbClr val="1D2939"/>
                          </a:solidFill>
                          <a:latin typeface="Arial"/>
                        </a:rPr>
                        <a:t>, seed 42</a:t>
                      </a:r>
                    </a:p>
                  </a:txBody>
                  <a:tcPr marT="27432" marB="27432" anchor="ctr">
                    <a:lnL w="9525">
                      <a:solidFill>
                        <a:srgbClr val="D3D7DD"/>
                      </a:solidFill>
                    </a:lnL>
                    <a:lnR w="9525">
                      <a:solidFill>
                        <a:srgbClr val="D3D7DD"/>
                      </a:solidFill>
                    </a:lnR>
                    <a:lnT w="9525">
                      <a:solidFill>
                        <a:srgbClr val="D3D7DD"/>
                      </a:solidFill>
                    </a:lnT>
                    <a:lnB w="9525">
                      <a:solidFill>
                        <a:srgbClr val="D3D7DD"/>
                      </a:solidFill>
                    </a:lnB>
                    <a:solidFill>
                      <a:srgbClr val="FFFFFF"/>
                    </a:solidFill>
                  </a:tcPr>
                </a:tc>
                <a:extLst>
                  <a:ext uri="{0D108BD9-81ED-4DB2-BD59-A6C34878D82A}">
                    <a16:rowId xmlns:a16="http://schemas.microsoft.com/office/drawing/2014/main" val="10007"/>
                  </a:ext>
                </a:extLst>
              </a:tr>
            </a:tbl>
          </a:graphicData>
        </a:graphic>
      </p:graphicFrame>
      <p:sp>
        <p:nvSpPr>
          <p:cNvPr id="8" name="Rounded Rectangle 7"/>
          <p:cNvSpPr/>
          <p:nvPr/>
        </p:nvSpPr>
        <p:spPr>
          <a:xfrm>
            <a:off x="7680960" y="960120"/>
            <a:ext cx="3959352" cy="4389120"/>
          </a:xfrm>
          <a:prstGeom prst="roundRect">
            <a:avLst>
              <a:gd name="adj" fmla="val 8083"/>
            </a:avLst>
          </a:prstGeom>
          <a:solidFill>
            <a:srgbClr val="FFFFFF"/>
          </a:solidFill>
          <a:ln w="15875">
            <a:solidFill>
              <a:srgbClr val="D3D7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7616952" y="1115568"/>
            <a:ext cx="91440" cy="4078224"/>
          </a:xfrm>
          <a:prstGeom prst="rect">
            <a:avLst/>
          </a:prstGeom>
          <a:solidFill>
            <a:srgbClr val="00A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909560" y="1097280"/>
            <a:ext cx="3611880" cy="854080"/>
          </a:xfrm>
          <a:prstGeom prst="rect">
            <a:avLst/>
          </a:prstGeom>
          <a:noFill/>
        </p:spPr>
        <p:txBody>
          <a:bodyPr wrap="square" lIns="0" tIns="0" rIns="0" bIns="0" anchor="t">
            <a:spAutoFit/>
          </a:bodyPr>
          <a:lstStyle/>
          <a:p>
            <a:pPr algn="l">
              <a:spcAft>
                <a:spcPts val="900"/>
              </a:spcAft>
            </a:pPr>
            <a:r>
              <a:rPr sz="1800" b="1" i="0" dirty="0">
                <a:solidFill>
                  <a:srgbClr val="1D2939"/>
                </a:solidFill>
                <a:latin typeface="Arial"/>
              </a:rPr>
              <a:t>Score </a:t>
            </a:r>
            <a:r>
              <a:rPr sz="1800" b="1" i="0" dirty="0" err="1">
                <a:solidFill>
                  <a:srgbClr val="1D2939"/>
                </a:solidFill>
                <a:latin typeface="Arial"/>
              </a:rPr>
              <a:t>chính</a:t>
            </a:r>
            <a:r>
              <a:rPr sz="1800" b="1" i="0" dirty="0">
                <a:solidFill>
                  <a:srgbClr val="1D2939"/>
                </a:solidFill>
                <a:latin typeface="Arial"/>
              </a:rPr>
              <a:t>: macro-F1</a:t>
            </a:r>
          </a:p>
          <a:p>
            <a:pPr algn="l">
              <a:spcAft>
                <a:spcPts val="900"/>
              </a:spcAft>
            </a:pPr>
            <a:r>
              <a:rPr sz="1500" b="0" i="0" dirty="0" err="1">
                <a:solidFill>
                  <a:srgbClr val="474F67"/>
                </a:solidFill>
                <a:latin typeface="Arial"/>
              </a:rPr>
              <a:t>Điểm</a:t>
            </a:r>
            <a:r>
              <a:rPr sz="1500" b="0" i="0" dirty="0">
                <a:solidFill>
                  <a:srgbClr val="474F67"/>
                </a:solidFill>
                <a:latin typeface="Arial"/>
              </a:rPr>
              <a:t> </a:t>
            </a:r>
            <a:r>
              <a:rPr sz="1500" b="0" i="0" dirty="0" err="1">
                <a:solidFill>
                  <a:srgbClr val="474F67"/>
                </a:solidFill>
                <a:latin typeface="Arial"/>
              </a:rPr>
              <a:t>trung</a:t>
            </a:r>
            <a:r>
              <a:rPr sz="1500" b="0" i="0" dirty="0">
                <a:solidFill>
                  <a:srgbClr val="474F67"/>
                </a:solidFill>
                <a:latin typeface="Arial"/>
              </a:rPr>
              <a:t> </a:t>
            </a:r>
            <a:r>
              <a:rPr sz="1500" b="0" i="0" dirty="0" err="1">
                <a:solidFill>
                  <a:srgbClr val="474F67"/>
                </a:solidFill>
                <a:latin typeface="Arial"/>
              </a:rPr>
              <a:t>bình</a:t>
            </a:r>
            <a:r>
              <a:rPr sz="1500" b="0" i="0" dirty="0">
                <a:solidFill>
                  <a:srgbClr val="474F67"/>
                </a:solidFill>
                <a:latin typeface="Arial"/>
              </a:rPr>
              <a:t> </a:t>
            </a:r>
            <a:r>
              <a:rPr sz="1500" b="0" i="0" dirty="0" err="1">
                <a:solidFill>
                  <a:srgbClr val="474F67"/>
                </a:solidFill>
                <a:latin typeface="Arial"/>
              </a:rPr>
              <a:t>của</a:t>
            </a:r>
            <a:r>
              <a:rPr sz="1500" b="0" i="0" dirty="0">
                <a:solidFill>
                  <a:srgbClr val="474F67"/>
                </a:solidFill>
                <a:latin typeface="Arial"/>
              </a:rPr>
              <a:t> 6 </a:t>
            </a:r>
            <a:r>
              <a:rPr sz="1500" b="0" i="0" dirty="0" err="1">
                <a:solidFill>
                  <a:srgbClr val="474F67"/>
                </a:solidFill>
                <a:latin typeface="Arial"/>
              </a:rPr>
              <a:t>hành</a:t>
            </a:r>
            <a:r>
              <a:rPr sz="1500" b="0" i="0" dirty="0">
                <a:solidFill>
                  <a:srgbClr val="474F67"/>
                </a:solidFill>
                <a:latin typeface="Arial"/>
              </a:rPr>
              <a:t> vi, </a:t>
            </a:r>
            <a:r>
              <a:rPr sz="1500" b="0" i="0" dirty="0" err="1">
                <a:solidFill>
                  <a:srgbClr val="474F67"/>
                </a:solidFill>
                <a:latin typeface="Arial"/>
              </a:rPr>
              <a:t>hành</a:t>
            </a:r>
            <a:r>
              <a:rPr sz="1500" b="0" i="0" dirty="0">
                <a:solidFill>
                  <a:srgbClr val="474F67"/>
                </a:solidFill>
                <a:latin typeface="Arial"/>
              </a:rPr>
              <a:t> vi </a:t>
            </a:r>
            <a:r>
              <a:rPr sz="1500" b="0" i="0" dirty="0" err="1">
                <a:solidFill>
                  <a:srgbClr val="474F67"/>
                </a:solidFill>
                <a:latin typeface="Arial"/>
              </a:rPr>
              <a:t>nào</a:t>
            </a:r>
            <a:r>
              <a:rPr sz="1500" b="0" i="0" dirty="0">
                <a:solidFill>
                  <a:srgbClr val="474F67"/>
                </a:solidFill>
                <a:latin typeface="Arial"/>
              </a:rPr>
              <a:t> </a:t>
            </a:r>
            <a:r>
              <a:rPr sz="1500" b="0" i="0" dirty="0" err="1">
                <a:solidFill>
                  <a:srgbClr val="474F67"/>
                </a:solidFill>
                <a:latin typeface="Arial"/>
              </a:rPr>
              <a:t>cũng</a:t>
            </a:r>
            <a:r>
              <a:rPr sz="1500" b="0" i="0" dirty="0">
                <a:solidFill>
                  <a:srgbClr val="474F67"/>
                </a:solidFill>
                <a:latin typeface="Arial"/>
              </a:rPr>
              <a:t> </a:t>
            </a:r>
            <a:r>
              <a:rPr sz="1500" b="0" i="0" dirty="0" err="1">
                <a:solidFill>
                  <a:srgbClr val="474F67"/>
                </a:solidFill>
                <a:latin typeface="Arial"/>
              </a:rPr>
              <a:t>quan</a:t>
            </a:r>
            <a:r>
              <a:rPr sz="1500" b="0" i="0" dirty="0">
                <a:solidFill>
                  <a:srgbClr val="474F67"/>
                </a:solidFill>
                <a:latin typeface="Arial"/>
              </a:rPr>
              <a:t> </a:t>
            </a:r>
            <a:r>
              <a:rPr sz="1500" b="0" i="0" dirty="0" err="1">
                <a:solidFill>
                  <a:srgbClr val="474F67"/>
                </a:solidFill>
                <a:latin typeface="Arial"/>
              </a:rPr>
              <a:t>trọng</a:t>
            </a:r>
            <a:r>
              <a:rPr sz="1500" b="0" i="0" dirty="0">
                <a:solidFill>
                  <a:srgbClr val="474F67"/>
                </a:solidFill>
                <a:latin typeface="Arial"/>
              </a:rPr>
              <a:t> </a:t>
            </a:r>
            <a:r>
              <a:rPr sz="1500" b="0" i="0" dirty="0" err="1">
                <a:solidFill>
                  <a:srgbClr val="474F67"/>
                </a:solidFill>
                <a:latin typeface="Arial"/>
              </a:rPr>
              <a:t>như</a:t>
            </a:r>
            <a:r>
              <a:rPr sz="1500" b="0" i="0" dirty="0">
                <a:solidFill>
                  <a:srgbClr val="474F67"/>
                </a:solidFill>
                <a:latin typeface="Arial"/>
              </a:rPr>
              <a:t> </a:t>
            </a:r>
            <a:r>
              <a:rPr sz="1500" b="0" i="0" dirty="0" err="1">
                <a:solidFill>
                  <a:srgbClr val="474F67"/>
                </a:solidFill>
                <a:latin typeface="Arial"/>
              </a:rPr>
              <a:t>nhau</a:t>
            </a:r>
            <a:r>
              <a:rPr sz="1500" b="0" i="0" dirty="0">
                <a:solidFill>
                  <a:srgbClr val="474F67"/>
                </a:solidFill>
                <a:latin typeface="Arial"/>
              </a:rPr>
              <a: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6072" y="9144"/>
            <a:ext cx="9144000" cy="676656"/>
          </a:xfrm>
        </p:spPr>
        <p:txBody>
          <a:bodyPr anchor="ctr"/>
          <a:lstStyle/>
          <a:p>
            <a:r>
              <a:rPr sz="2400" b="1">
                <a:solidFill>
                  <a:srgbClr val="FFFFFF"/>
                </a:solidFill>
                <a:latin typeface="Arial"/>
              </a:rPr>
              <a:t>Các mô hình so sánh</a:t>
            </a:r>
          </a:p>
        </p:txBody>
      </p:sp>
      <p:sp>
        <p:nvSpPr>
          <p:cNvPr id="6" name="Slide Number Placeholder 5"/>
          <p:cNvSpPr>
            <a:spLocks noGrp="1"/>
          </p:cNvSpPr>
          <p:nvPr>
            <p:ph type="sldNum" sz="quarter" idx="12"/>
          </p:nvPr>
        </p:nvSpPr>
        <p:spPr>
          <a:xfrm>
            <a:off x="9338569" y="6414022"/>
            <a:ext cx="2743200" cy="365125"/>
          </a:xfrm>
        </p:spPr>
        <p:txBody>
          <a:bodyPr/>
          <a:lstStyle>
            <a:lvl1pPr>
              <a:defRPr>
                <a:latin typeface="Times New Roman" panose="02020603050405020304" pitchFamily="18" charset="0"/>
                <a:cs typeface="Times New Roman" panose="02020603050405020304" pitchFamily="18" charset="0"/>
              </a:defRPr>
            </a:lvl1pPr>
          </a:lstStyle>
          <a:p>
            <a:fld id="{61747C95-3AE6-4FC3-BEF5-3AF60B1E4490}" type="slidenum">
              <a:rPr lang="en-US" sz="1400">
                <a:solidFill>
                  <a:srgbClr val="000000"/>
                </a:solidFill>
                <a:latin typeface="Arial"/>
              </a:rPr>
              <a:t>6</a:t>
            </a:fld>
            <a:endParaRPr lang="en-US"/>
          </a:p>
        </p:txBody>
      </p:sp>
      <p:sp>
        <p:nvSpPr>
          <p:cNvPr id="7" name="Rounded Rectangle 6"/>
          <p:cNvSpPr/>
          <p:nvPr/>
        </p:nvSpPr>
        <p:spPr>
          <a:xfrm>
            <a:off x="576072" y="960120"/>
            <a:ext cx="2606040" cy="3840480"/>
          </a:xfrm>
          <a:prstGeom prst="roundRect">
            <a:avLst>
              <a:gd name="adj" fmla="val 12000"/>
            </a:avLst>
          </a:prstGeom>
          <a:solidFill>
            <a:srgbClr val="FFFFFF"/>
          </a:solidFill>
          <a:ln w="15875">
            <a:solidFill>
              <a:srgbClr val="D3D7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12064" y="1115568"/>
            <a:ext cx="91440" cy="3529584"/>
          </a:xfrm>
          <a:prstGeom prst="rect">
            <a:avLst/>
          </a:prstGeom>
          <a:solidFill>
            <a:srgbClr val="00A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04672" y="1115568"/>
            <a:ext cx="2240280" cy="457200"/>
          </a:xfrm>
          <a:prstGeom prst="rect">
            <a:avLst/>
          </a:prstGeom>
          <a:noFill/>
        </p:spPr>
        <p:txBody>
          <a:bodyPr wrap="square" lIns="0" tIns="0" rIns="0" bIns="0" anchor="t">
            <a:spAutoFit/>
          </a:bodyPr>
          <a:lstStyle/>
          <a:p>
            <a:pPr algn="l">
              <a:spcAft>
                <a:spcPts val="600"/>
              </a:spcAft>
            </a:pPr>
            <a:r>
              <a:rPr sz="1800" b="1" i="0" dirty="0">
                <a:solidFill>
                  <a:srgbClr val="1D2939"/>
                </a:solidFill>
                <a:latin typeface="Arial"/>
              </a:rPr>
              <a:t>MobileNetV3-Small</a:t>
            </a:r>
          </a:p>
        </p:txBody>
      </p:sp>
      <p:sp>
        <p:nvSpPr>
          <p:cNvPr id="10" name="Rounded Rectangle 9"/>
          <p:cNvSpPr/>
          <p:nvPr/>
        </p:nvSpPr>
        <p:spPr>
          <a:xfrm>
            <a:off x="804672" y="1627632"/>
            <a:ext cx="2148840" cy="347472"/>
          </a:xfrm>
          <a:prstGeom prst="roundRect">
            <a:avLst>
              <a:gd name="adj" fmla="val 50000"/>
            </a:avLst>
          </a:prstGeom>
          <a:solidFill>
            <a:srgbClr val="00A95C"/>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dirty="0" err="1">
                <a:solidFill>
                  <a:srgbClr val="FFFFFF"/>
                </a:solidFill>
                <a:latin typeface="Arial"/>
              </a:rPr>
              <a:t>Ứng</a:t>
            </a:r>
            <a:r>
              <a:rPr sz="1200" b="1" dirty="0">
                <a:solidFill>
                  <a:srgbClr val="FFFFFF"/>
                </a:solidFill>
                <a:latin typeface="Arial"/>
              </a:rPr>
              <a:t> </a:t>
            </a:r>
            <a:r>
              <a:rPr sz="1200" b="1" dirty="0" err="1">
                <a:solidFill>
                  <a:srgbClr val="FFFFFF"/>
                </a:solidFill>
                <a:latin typeface="Arial"/>
              </a:rPr>
              <a:t>viên</a:t>
            </a:r>
            <a:r>
              <a:rPr sz="1200" b="1" dirty="0">
                <a:solidFill>
                  <a:srgbClr val="FFFFFF"/>
                </a:solidFill>
                <a:latin typeface="Arial"/>
              </a:rPr>
              <a:t> edge (</a:t>
            </a:r>
            <a:r>
              <a:rPr lang="vi-VN" sz="1200" b="1" dirty="0">
                <a:solidFill>
                  <a:srgbClr val="FFFFFF"/>
                </a:solidFill>
                <a:latin typeface="Arial"/>
              </a:rPr>
              <a:t>m</a:t>
            </a:r>
            <a:r>
              <a:rPr sz="1200" b="1" dirty="0" err="1">
                <a:solidFill>
                  <a:srgbClr val="FFFFFF"/>
                </a:solidFill>
                <a:latin typeface="Arial"/>
              </a:rPr>
              <a:t>ục</a:t>
            </a:r>
            <a:r>
              <a:rPr sz="1200" b="1" dirty="0">
                <a:solidFill>
                  <a:srgbClr val="FFFFFF"/>
                </a:solidFill>
                <a:latin typeface="Arial"/>
              </a:rPr>
              <a:t> </a:t>
            </a:r>
            <a:r>
              <a:rPr sz="1200" b="1" dirty="0" err="1">
                <a:solidFill>
                  <a:srgbClr val="FFFFFF"/>
                </a:solidFill>
                <a:latin typeface="Arial"/>
              </a:rPr>
              <a:t>tiêu</a:t>
            </a:r>
            <a:r>
              <a:rPr sz="1200" b="1" dirty="0">
                <a:solidFill>
                  <a:srgbClr val="FFFFFF"/>
                </a:solidFill>
                <a:latin typeface="Arial"/>
              </a:rPr>
              <a:t>)</a:t>
            </a:r>
          </a:p>
        </p:txBody>
      </p:sp>
      <p:sp>
        <p:nvSpPr>
          <p:cNvPr id="11" name="TextBox 10"/>
          <p:cNvSpPr txBox="1"/>
          <p:nvPr/>
        </p:nvSpPr>
        <p:spPr>
          <a:xfrm>
            <a:off x="804672" y="2240280"/>
            <a:ext cx="2240280" cy="594360"/>
          </a:xfrm>
          <a:prstGeom prst="rect">
            <a:avLst/>
          </a:prstGeom>
          <a:noFill/>
        </p:spPr>
        <p:txBody>
          <a:bodyPr wrap="square" lIns="0" tIns="0" rIns="0" bIns="0" anchor="t">
            <a:spAutoFit/>
          </a:bodyPr>
          <a:lstStyle/>
          <a:p>
            <a:pPr algn="l">
              <a:spcAft>
                <a:spcPts val="600"/>
              </a:spcAft>
            </a:pPr>
            <a:r>
              <a:rPr sz="3200" b="1" i="0">
                <a:solidFill>
                  <a:srgbClr val="00A95C"/>
                </a:solidFill>
                <a:latin typeface="Arial"/>
              </a:rPr>
              <a:t>1,52 M</a:t>
            </a:r>
          </a:p>
        </p:txBody>
      </p:sp>
      <p:sp>
        <p:nvSpPr>
          <p:cNvPr id="12" name="TextBox 11"/>
          <p:cNvSpPr txBox="1"/>
          <p:nvPr/>
        </p:nvSpPr>
        <p:spPr>
          <a:xfrm>
            <a:off x="804672" y="2834640"/>
            <a:ext cx="2240280" cy="320040"/>
          </a:xfrm>
          <a:prstGeom prst="rect">
            <a:avLst/>
          </a:prstGeom>
          <a:noFill/>
        </p:spPr>
        <p:txBody>
          <a:bodyPr wrap="square" lIns="0" tIns="0" rIns="0" bIns="0" anchor="t">
            <a:spAutoFit/>
          </a:bodyPr>
          <a:lstStyle/>
          <a:p>
            <a:pPr algn="l">
              <a:spcAft>
                <a:spcPts val="600"/>
              </a:spcAft>
            </a:pPr>
            <a:r>
              <a:rPr sz="1400" b="0" i="0">
                <a:solidFill>
                  <a:srgbClr val="474F67"/>
                </a:solidFill>
                <a:latin typeface="Arial"/>
              </a:rPr>
              <a:t>tham số</a:t>
            </a:r>
          </a:p>
        </p:txBody>
      </p:sp>
      <p:sp>
        <p:nvSpPr>
          <p:cNvPr id="13" name="TextBox 12"/>
          <p:cNvSpPr txBox="1"/>
          <p:nvPr/>
        </p:nvSpPr>
        <p:spPr>
          <a:xfrm>
            <a:off x="804672" y="3291840"/>
            <a:ext cx="2240280" cy="594360"/>
          </a:xfrm>
          <a:prstGeom prst="rect">
            <a:avLst/>
          </a:prstGeom>
          <a:noFill/>
        </p:spPr>
        <p:txBody>
          <a:bodyPr wrap="square" lIns="0" tIns="0" rIns="0" bIns="0" anchor="t">
            <a:spAutoFit/>
          </a:bodyPr>
          <a:lstStyle/>
          <a:p>
            <a:pPr algn="l">
              <a:spcAft>
                <a:spcPts val="600"/>
              </a:spcAft>
            </a:pPr>
            <a:r>
              <a:rPr sz="3200" b="1" i="0">
                <a:solidFill>
                  <a:srgbClr val="00A95C"/>
                </a:solidFill>
                <a:latin typeface="Arial"/>
              </a:rPr>
              <a:t>55 M</a:t>
            </a:r>
          </a:p>
        </p:txBody>
      </p:sp>
      <p:sp>
        <p:nvSpPr>
          <p:cNvPr id="14" name="TextBox 13"/>
          <p:cNvSpPr txBox="1"/>
          <p:nvPr/>
        </p:nvSpPr>
        <p:spPr>
          <a:xfrm>
            <a:off x="804672" y="3886200"/>
            <a:ext cx="2240280" cy="548640"/>
          </a:xfrm>
          <a:prstGeom prst="rect">
            <a:avLst/>
          </a:prstGeom>
          <a:noFill/>
        </p:spPr>
        <p:txBody>
          <a:bodyPr wrap="square" lIns="0" tIns="0" rIns="0" bIns="0" anchor="t">
            <a:spAutoFit/>
          </a:bodyPr>
          <a:lstStyle/>
          <a:p>
            <a:pPr algn="l">
              <a:spcAft>
                <a:spcPts val="600"/>
              </a:spcAft>
            </a:pPr>
            <a:r>
              <a:rPr sz="1400" b="0" i="0" dirty="0">
                <a:solidFill>
                  <a:srgbClr val="474F67"/>
                </a:solidFill>
                <a:latin typeface="Arial"/>
              </a:rPr>
              <a:t>MACs </a:t>
            </a:r>
            <a:r>
              <a:rPr sz="1400" b="0" i="0" dirty="0" err="1">
                <a:solidFill>
                  <a:srgbClr val="474F67"/>
                </a:solidFill>
                <a:latin typeface="Arial"/>
              </a:rPr>
              <a:t>cho</a:t>
            </a:r>
            <a:r>
              <a:rPr sz="1400" b="0" i="0" dirty="0">
                <a:solidFill>
                  <a:srgbClr val="474F67"/>
                </a:solidFill>
                <a:latin typeface="Arial"/>
              </a:rPr>
              <a:t> </a:t>
            </a:r>
            <a:r>
              <a:rPr sz="1400" b="0" i="0" dirty="0" err="1">
                <a:solidFill>
                  <a:srgbClr val="474F67"/>
                </a:solidFill>
                <a:latin typeface="Arial"/>
              </a:rPr>
              <a:t>một</a:t>
            </a:r>
            <a:r>
              <a:rPr sz="1400" b="0" i="0" dirty="0">
                <a:solidFill>
                  <a:srgbClr val="474F67"/>
                </a:solidFill>
                <a:latin typeface="Arial"/>
              </a:rPr>
              <a:t> </a:t>
            </a:r>
            <a:r>
              <a:rPr sz="1400" b="0" i="0" dirty="0" err="1">
                <a:solidFill>
                  <a:srgbClr val="474F67"/>
                </a:solidFill>
                <a:latin typeface="Arial"/>
              </a:rPr>
              <a:t>ảnh</a:t>
            </a:r>
            <a:r>
              <a:rPr sz="1400" b="0" i="0" dirty="0">
                <a:solidFill>
                  <a:srgbClr val="474F67"/>
                </a:solidFill>
                <a:latin typeface="Arial"/>
              </a:rPr>
              <a:t> 224×224</a:t>
            </a:r>
          </a:p>
        </p:txBody>
      </p:sp>
      <p:sp>
        <p:nvSpPr>
          <p:cNvPr id="15" name="Rounded Rectangle 14"/>
          <p:cNvSpPr/>
          <p:nvPr/>
        </p:nvSpPr>
        <p:spPr>
          <a:xfrm>
            <a:off x="3410712" y="960120"/>
            <a:ext cx="2606040" cy="3840480"/>
          </a:xfrm>
          <a:prstGeom prst="roundRect">
            <a:avLst>
              <a:gd name="adj" fmla="val 12000"/>
            </a:avLst>
          </a:prstGeom>
          <a:solidFill>
            <a:srgbClr val="FFFFFF"/>
          </a:solidFill>
          <a:ln w="15875">
            <a:solidFill>
              <a:srgbClr val="D3D7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3346704" y="1115568"/>
            <a:ext cx="91440" cy="3529584"/>
          </a:xfrm>
          <a:prstGeom prst="rect">
            <a:avLst/>
          </a:prstGeom>
          <a:solidFill>
            <a:srgbClr val="00A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639312" y="1115568"/>
            <a:ext cx="2240280" cy="457200"/>
          </a:xfrm>
          <a:prstGeom prst="rect">
            <a:avLst/>
          </a:prstGeom>
          <a:noFill/>
        </p:spPr>
        <p:txBody>
          <a:bodyPr wrap="square" lIns="0" tIns="0" rIns="0" bIns="0" anchor="t">
            <a:spAutoFit/>
          </a:bodyPr>
          <a:lstStyle/>
          <a:p>
            <a:pPr algn="l">
              <a:spcAft>
                <a:spcPts val="600"/>
              </a:spcAft>
            </a:pPr>
            <a:r>
              <a:rPr sz="1800" b="1" i="0" dirty="0">
                <a:solidFill>
                  <a:srgbClr val="1D2939"/>
                </a:solidFill>
                <a:latin typeface="Arial"/>
              </a:rPr>
              <a:t>EfficientNet-Lite0</a:t>
            </a:r>
          </a:p>
        </p:txBody>
      </p:sp>
      <p:sp>
        <p:nvSpPr>
          <p:cNvPr id="18" name="Rounded Rectangle 17"/>
          <p:cNvSpPr/>
          <p:nvPr/>
        </p:nvSpPr>
        <p:spPr>
          <a:xfrm>
            <a:off x="3639312" y="1627632"/>
            <a:ext cx="2148840" cy="347472"/>
          </a:xfrm>
          <a:prstGeom prst="roundRect">
            <a:avLst>
              <a:gd name="adj" fmla="val 50000"/>
            </a:avLst>
          </a:prstGeom>
          <a:solidFill>
            <a:srgbClr val="00A95C"/>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dirty="0" err="1">
                <a:solidFill>
                  <a:srgbClr val="FFFFFF"/>
                </a:solidFill>
                <a:latin typeface="Arial"/>
              </a:rPr>
              <a:t>Ứng</a:t>
            </a:r>
            <a:r>
              <a:rPr sz="1200" b="1" dirty="0">
                <a:solidFill>
                  <a:srgbClr val="FFFFFF"/>
                </a:solidFill>
                <a:latin typeface="Arial"/>
              </a:rPr>
              <a:t> </a:t>
            </a:r>
            <a:r>
              <a:rPr sz="1200" b="1" dirty="0" err="1">
                <a:solidFill>
                  <a:srgbClr val="FFFFFF"/>
                </a:solidFill>
                <a:latin typeface="Arial"/>
              </a:rPr>
              <a:t>viên</a:t>
            </a:r>
            <a:r>
              <a:rPr sz="1200" b="1" dirty="0">
                <a:solidFill>
                  <a:srgbClr val="FFFFFF"/>
                </a:solidFill>
                <a:latin typeface="Arial"/>
              </a:rPr>
              <a:t> edge</a:t>
            </a:r>
          </a:p>
        </p:txBody>
      </p:sp>
      <p:sp>
        <p:nvSpPr>
          <p:cNvPr id="19" name="TextBox 18"/>
          <p:cNvSpPr txBox="1"/>
          <p:nvPr/>
        </p:nvSpPr>
        <p:spPr>
          <a:xfrm>
            <a:off x="3639312" y="2240280"/>
            <a:ext cx="2240280" cy="594360"/>
          </a:xfrm>
          <a:prstGeom prst="rect">
            <a:avLst/>
          </a:prstGeom>
          <a:noFill/>
        </p:spPr>
        <p:txBody>
          <a:bodyPr wrap="square" lIns="0" tIns="0" rIns="0" bIns="0" anchor="t">
            <a:spAutoFit/>
          </a:bodyPr>
          <a:lstStyle/>
          <a:p>
            <a:pPr algn="l">
              <a:spcAft>
                <a:spcPts val="600"/>
              </a:spcAft>
            </a:pPr>
            <a:r>
              <a:rPr sz="3200" b="1" i="0">
                <a:solidFill>
                  <a:srgbClr val="00A95C"/>
                </a:solidFill>
                <a:latin typeface="Arial"/>
              </a:rPr>
              <a:t>3,38 M</a:t>
            </a:r>
          </a:p>
        </p:txBody>
      </p:sp>
      <p:sp>
        <p:nvSpPr>
          <p:cNvPr id="20" name="TextBox 19"/>
          <p:cNvSpPr txBox="1"/>
          <p:nvPr/>
        </p:nvSpPr>
        <p:spPr>
          <a:xfrm>
            <a:off x="3639312" y="2834640"/>
            <a:ext cx="2240280" cy="320040"/>
          </a:xfrm>
          <a:prstGeom prst="rect">
            <a:avLst/>
          </a:prstGeom>
          <a:noFill/>
        </p:spPr>
        <p:txBody>
          <a:bodyPr wrap="square" lIns="0" tIns="0" rIns="0" bIns="0" anchor="t">
            <a:spAutoFit/>
          </a:bodyPr>
          <a:lstStyle/>
          <a:p>
            <a:pPr algn="l">
              <a:spcAft>
                <a:spcPts val="600"/>
              </a:spcAft>
            </a:pPr>
            <a:r>
              <a:rPr sz="1400" b="0" i="0">
                <a:solidFill>
                  <a:srgbClr val="474F67"/>
                </a:solidFill>
                <a:latin typeface="Arial"/>
              </a:rPr>
              <a:t>tham số</a:t>
            </a:r>
          </a:p>
        </p:txBody>
      </p:sp>
      <p:sp>
        <p:nvSpPr>
          <p:cNvPr id="21" name="TextBox 20"/>
          <p:cNvSpPr txBox="1"/>
          <p:nvPr/>
        </p:nvSpPr>
        <p:spPr>
          <a:xfrm>
            <a:off x="3639312" y="3291840"/>
            <a:ext cx="2240280" cy="594360"/>
          </a:xfrm>
          <a:prstGeom prst="rect">
            <a:avLst/>
          </a:prstGeom>
          <a:noFill/>
        </p:spPr>
        <p:txBody>
          <a:bodyPr wrap="square" lIns="0" tIns="0" rIns="0" bIns="0" anchor="t">
            <a:spAutoFit/>
          </a:bodyPr>
          <a:lstStyle/>
          <a:p>
            <a:pPr algn="l">
              <a:spcAft>
                <a:spcPts val="600"/>
              </a:spcAft>
            </a:pPr>
            <a:r>
              <a:rPr sz="3200" b="1" i="0">
                <a:solidFill>
                  <a:srgbClr val="00A95C"/>
                </a:solidFill>
                <a:latin typeface="Arial"/>
              </a:rPr>
              <a:t>384 M</a:t>
            </a:r>
          </a:p>
        </p:txBody>
      </p:sp>
      <p:sp>
        <p:nvSpPr>
          <p:cNvPr id="22" name="TextBox 21"/>
          <p:cNvSpPr txBox="1"/>
          <p:nvPr/>
        </p:nvSpPr>
        <p:spPr>
          <a:xfrm>
            <a:off x="3639312" y="3886200"/>
            <a:ext cx="2240280" cy="548640"/>
          </a:xfrm>
          <a:prstGeom prst="rect">
            <a:avLst/>
          </a:prstGeom>
          <a:noFill/>
        </p:spPr>
        <p:txBody>
          <a:bodyPr wrap="square" lIns="0" tIns="0" rIns="0" bIns="0" anchor="t">
            <a:spAutoFit/>
          </a:bodyPr>
          <a:lstStyle/>
          <a:p>
            <a:pPr algn="l">
              <a:spcAft>
                <a:spcPts val="600"/>
              </a:spcAft>
            </a:pPr>
            <a:r>
              <a:rPr sz="1400" b="0" i="0" dirty="0">
                <a:solidFill>
                  <a:srgbClr val="474F67"/>
                </a:solidFill>
                <a:latin typeface="Arial"/>
              </a:rPr>
              <a:t>MACs </a:t>
            </a:r>
            <a:r>
              <a:rPr sz="1400" b="0" i="0" dirty="0" err="1">
                <a:solidFill>
                  <a:srgbClr val="474F67"/>
                </a:solidFill>
                <a:latin typeface="Arial"/>
              </a:rPr>
              <a:t>cho</a:t>
            </a:r>
            <a:r>
              <a:rPr sz="1400" b="0" i="0" dirty="0">
                <a:solidFill>
                  <a:srgbClr val="474F67"/>
                </a:solidFill>
                <a:latin typeface="Arial"/>
              </a:rPr>
              <a:t> </a:t>
            </a:r>
            <a:r>
              <a:rPr sz="1400" b="0" i="0" dirty="0" err="1">
                <a:solidFill>
                  <a:srgbClr val="474F67"/>
                </a:solidFill>
                <a:latin typeface="Arial"/>
              </a:rPr>
              <a:t>một</a:t>
            </a:r>
            <a:r>
              <a:rPr sz="1400" b="0" i="0" dirty="0">
                <a:solidFill>
                  <a:srgbClr val="474F67"/>
                </a:solidFill>
                <a:latin typeface="Arial"/>
              </a:rPr>
              <a:t> </a:t>
            </a:r>
            <a:r>
              <a:rPr sz="1400" b="0" i="0" dirty="0" err="1">
                <a:solidFill>
                  <a:srgbClr val="474F67"/>
                </a:solidFill>
                <a:latin typeface="Arial"/>
              </a:rPr>
              <a:t>ảnh</a:t>
            </a:r>
            <a:r>
              <a:rPr sz="1400" b="0" i="0" dirty="0">
                <a:solidFill>
                  <a:srgbClr val="474F67"/>
                </a:solidFill>
                <a:latin typeface="Arial"/>
              </a:rPr>
              <a:t> 224×224</a:t>
            </a:r>
          </a:p>
        </p:txBody>
      </p:sp>
      <p:sp>
        <p:nvSpPr>
          <p:cNvPr id="23" name="Rounded Rectangle 22"/>
          <p:cNvSpPr/>
          <p:nvPr/>
        </p:nvSpPr>
        <p:spPr>
          <a:xfrm>
            <a:off x="6245352" y="960120"/>
            <a:ext cx="2606040" cy="3840480"/>
          </a:xfrm>
          <a:prstGeom prst="roundRect">
            <a:avLst>
              <a:gd name="adj" fmla="val 12000"/>
            </a:avLst>
          </a:prstGeom>
          <a:solidFill>
            <a:srgbClr val="FFFFFF"/>
          </a:solidFill>
          <a:ln w="15875">
            <a:solidFill>
              <a:srgbClr val="D3D7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6181344" y="1115568"/>
            <a:ext cx="91440" cy="3529584"/>
          </a:xfrm>
          <a:prstGeom prst="rect">
            <a:avLst/>
          </a:prstGeom>
          <a:solidFill>
            <a:srgbClr val="F586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473952" y="1115568"/>
            <a:ext cx="2240280" cy="457200"/>
          </a:xfrm>
          <a:prstGeom prst="rect">
            <a:avLst/>
          </a:prstGeom>
          <a:noFill/>
        </p:spPr>
        <p:txBody>
          <a:bodyPr wrap="square" lIns="0" tIns="0" rIns="0" bIns="0" anchor="t">
            <a:spAutoFit/>
          </a:bodyPr>
          <a:lstStyle/>
          <a:p>
            <a:pPr algn="l">
              <a:spcAft>
                <a:spcPts val="600"/>
              </a:spcAft>
            </a:pPr>
            <a:r>
              <a:rPr sz="1800" b="1" i="0">
                <a:solidFill>
                  <a:srgbClr val="1D2939"/>
                </a:solidFill>
                <a:latin typeface="Arial"/>
              </a:rPr>
              <a:t>ResNet18</a:t>
            </a:r>
          </a:p>
        </p:txBody>
      </p:sp>
      <p:sp>
        <p:nvSpPr>
          <p:cNvPr id="26" name="Rounded Rectangle 25"/>
          <p:cNvSpPr/>
          <p:nvPr/>
        </p:nvSpPr>
        <p:spPr>
          <a:xfrm>
            <a:off x="6473952" y="1627632"/>
            <a:ext cx="2148840" cy="347472"/>
          </a:xfrm>
          <a:prstGeom prst="roundRect">
            <a:avLst>
              <a:gd name="adj" fmla="val 50000"/>
            </a:avLst>
          </a:prstGeom>
          <a:solidFill>
            <a:srgbClr val="F58643"/>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dirty="0" err="1">
                <a:solidFill>
                  <a:srgbClr val="FFFFFF"/>
                </a:solidFill>
                <a:latin typeface="Arial"/>
              </a:rPr>
              <a:t>Mốc</a:t>
            </a:r>
            <a:r>
              <a:rPr sz="1200" b="1" dirty="0">
                <a:solidFill>
                  <a:srgbClr val="FFFFFF"/>
                </a:solidFill>
                <a:latin typeface="Arial"/>
              </a:rPr>
              <a:t> </a:t>
            </a:r>
            <a:r>
              <a:rPr lang="vi-VN" sz="1200" b="1" dirty="0">
                <a:solidFill>
                  <a:srgbClr val="FFFFFF"/>
                </a:solidFill>
                <a:latin typeface="Arial"/>
              </a:rPr>
              <a:t>n</a:t>
            </a:r>
            <a:r>
              <a:rPr sz="1200" b="1" dirty="0" err="1">
                <a:solidFill>
                  <a:srgbClr val="FFFFFF"/>
                </a:solidFill>
                <a:latin typeface="Arial"/>
              </a:rPr>
              <a:t>ặng</a:t>
            </a:r>
            <a:r>
              <a:rPr sz="1200" b="1" dirty="0">
                <a:solidFill>
                  <a:srgbClr val="FFFFFF"/>
                </a:solidFill>
                <a:latin typeface="Arial"/>
              </a:rPr>
              <a:t> </a:t>
            </a:r>
            <a:r>
              <a:rPr sz="1200" b="1" dirty="0" err="1">
                <a:solidFill>
                  <a:srgbClr val="FFFFFF"/>
                </a:solidFill>
                <a:latin typeface="Arial"/>
              </a:rPr>
              <a:t>vừa</a:t>
            </a:r>
            <a:endParaRPr sz="1200" b="1" dirty="0">
              <a:solidFill>
                <a:srgbClr val="FFFFFF"/>
              </a:solidFill>
              <a:latin typeface="Arial"/>
            </a:endParaRPr>
          </a:p>
        </p:txBody>
      </p:sp>
      <p:sp>
        <p:nvSpPr>
          <p:cNvPr id="27" name="TextBox 26"/>
          <p:cNvSpPr txBox="1"/>
          <p:nvPr/>
        </p:nvSpPr>
        <p:spPr>
          <a:xfrm>
            <a:off x="6473952" y="2240280"/>
            <a:ext cx="2240280" cy="594360"/>
          </a:xfrm>
          <a:prstGeom prst="rect">
            <a:avLst/>
          </a:prstGeom>
          <a:noFill/>
        </p:spPr>
        <p:txBody>
          <a:bodyPr wrap="square" lIns="0" tIns="0" rIns="0" bIns="0" anchor="t">
            <a:spAutoFit/>
          </a:bodyPr>
          <a:lstStyle/>
          <a:p>
            <a:pPr algn="l">
              <a:spcAft>
                <a:spcPts val="600"/>
              </a:spcAft>
            </a:pPr>
            <a:r>
              <a:rPr sz="3200" b="1" i="0" dirty="0">
                <a:solidFill>
                  <a:srgbClr val="F58643"/>
                </a:solidFill>
                <a:latin typeface="Arial"/>
              </a:rPr>
              <a:t>11,18 M</a:t>
            </a:r>
          </a:p>
        </p:txBody>
      </p:sp>
      <p:sp>
        <p:nvSpPr>
          <p:cNvPr id="28" name="TextBox 27"/>
          <p:cNvSpPr txBox="1"/>
          <p:nvPr/>
        </p:nvSpPr>
        <p:spPr>
          <a:xfrm>
            <a:off x="6473952" y="2834640"/>
            <a:ext cx="2240280" cy="320040"/>
          </a:xfrm>
          <a:prstGeom prst="rect">
            <a:avLst/>
          </a:prstGeom>
          <a:noFill/>
        </p:spPr>
        <p:txBody>
          <a:bodyPr wrap="square" lIns="0" tIns="0" rIns="0" bIns="0" anchor="t">
            <a:spAutoFit/>
          </a:bodyPr>
          <a:lstStyle/>
          <a:p>
            <a:pPr algn="l">
              <a:spcAft>
                <a:spcPts val="600"/>
              </a:spcAft>
            </a:pPr>
            <a:r>
              <a:rPr sz="1400" b="0" i="0">
                <a:solidFill>
                  <a:srgbClr val="474F67"/>
                </a:solidFill>
                <a:latin typeface="Arial"/>
              </a:rPr>
              <a:t>tham số</a:t>
            </a:r>
          </a:p>
        </p:txBody>
      </p:sp>
      <p:sp>
        <p:nvSpPr>
          <p:cNvPr id="29" name="TextBox 28"/>
          <p:cNvSpPr txBox="1"/>
          <p:nvPr/>
        </p:nvSpPr>
        <p:spPr>
          <a:xfrm>
            <a:off x="6473952" y="3291840"/>
            <a:ext cx="2240280" cy="594360"/>
          </a:xfrm>
          <a:prstGeom prst="rect">
            <a:avLst/>
          </a:prstGeom>
          <a:noFill/>
        </p:spPr>
        <p:txBody>
          <a:bodyPr wrap="square" lIns="0" tIns="0" rIns="0" bIns="0" anchor="t">
            <a:spAutoFit/>
          </a:bodyPr>
          <a:lstStyle/>
          <a:p>
            <a:pPr algn="l">
              <a:spcAft>
                <a:spcPts val="600"/>
              </a:spcAft>
            </a:pPr>
            <a:r>
              <a:rPr sz="3200" b="1" i="0">
                <a:solidFill>
                  <a:srgbClr val="F58643"/>
                </a:solidFill>
                <a:latin typeface="Arial"/>
              </a:rPr>
              <a:t>1,81 G</a:t>
            </a:r>
          </a:p>
        </p:txBody>
      </p:sp>
      <p:sp>
        <p:nvSpPr>
          <p:cNvPr id="30" name="TextBox 29"/>
          <p:cNvSpPr txBox="1"/>
          <p:nvPr/>
        </p:nvSpPr>
        <p:spPr>
          <a:xfrm>
            <a:off x="6473952" y="3886200"/>
            <a:ext cx="2240280" cy="548640"/>
          </a:xfrm>
          <a:prstGeom prst="rect">
            <a:avLst/>
          </a:prstGeom>
          <a:noFill/>
        </p:spPr>
        <p:txBody>
          <a:bodyPr wrap="square" lIns="0" tIns="0" rIns="0" bIns="0" anchor="t">
            <a:spAutoFit/>
          </a:bodyPr>
          <a:lstStyle/>
          <a:p>
            <a:pPr algn="l">
              <a:spcAft>
                <a:spcPts val="600"/>
              </a:spcAft>
            </a:pPr>
            <a:r>
              <a:rPr sz="1400" b="0" i="0" dirty="0">
                <a:solidFill>
                  <a:srgbClr val="474F67"/>
                </a:solidFill>
                <a:latin typeface="Arial"/>
              </a:rPr>
              <a:t>MACs </a:t>
            </a:r>
            <a:r>
              <a:rPr sz="1400" b="0" i="0" dirty="0" err="1">
                <a:solidFill>
                  <a:srgbClr val="474F67"/>
                </a:solidFill>
                <a:latin typeface="Arial"/>
              </a:rPr>
              <a:t>cho</a:t>
            </a:r>
            <a:r>
              <a:rPr sz="1400" b="0" i="0" dirty="0">
                <a:solidFill>
                  <a:srgbClr val="474F67"/>
                </a:solidFill>
                <a:latin typeface="Arial"/>
              </a:rPr>
              <a:t> </a:t>
            </a:r>
            <a:r>
              <a:rPr sz="1400" b="0" i="0" dirty="0" err="1">
                <a:solidFill>
                  <a:srgbClr val="474F67"/>
                </a:solidFill>
                <a:latin typeface="Arial"/>
              </a:rPr>
              <a:t>một</a:t>
            </a:r>
            <a:r>
              <a:rPr sz="1400" b="0" i="0" dirty="0">
                <a:solidFill>
                  <a:srgbClr val="474F67"/>
                </a:solidFill>
                <a:latin typeface="Arial"/>
              </a:rPr>
              <a:t> </a:t>
            </a:r>
            <a:r>
              <a:rPr sz="1400" b="0" i="0" dirty="0" err="1">
                <a:solidFill>
                  <a:srgbClr val="474F67"/>
                </a:solidFill>
                <a:latin typeface="Arial"/>
              </a:rPr>
              <a:t>ảnh</a:t>
            </a:r>
            <a:r>
              <a:rPr sz="1400" b="0" i="0" dirty="0">
                <a:solidFill>
                  <a:srgbClr val="474F67"/>
                </a:solidFill>
                <a:latin typeface="Arial"/>
              </a:rPr>
              <a:t> 224×224</a:t>
            </a:r>
          </a:p>
        </p:txBody>
      </p:sp>
      <p:sp>
        <p:nvSpPr>
          <p:cNvPr id="31" name="Rounded Rectangle 30"/>
          <p:cNvSpPr/>
          <p:nvPr/>
        </p:nvSpPr>
        <p:spPr>
          <a:xfrm>
            <a:off x="9079992" y="960120"/>
            <a:ext cx="2606040" cy="3840480"/>
          </a:xfrm>
          <a:prstGeom prst="roundRect">
            <a:avLst>
              <a:gd name="adj" fmla="val 12000"/>
            </a:avLst>
          </a:prstGeom>
          <a:solidFill>
            <a:srgbClr val="FFFFFF"/>
          </a:solidFill>
          <a:ln w="15875">
            <a:solidFill>
              <a:srgbClr val="D3D7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9015984" y="1115568"/>
            <a:ext cx="91440" cy="3529584"/>
          </a:xfrm>
          <a:prstGeom prst="rect">
            <a:avLst/>
          </a:prstGeom>
          <a:solidFill>
            <a:srgbClr val="F567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9308592" y="1115568"/>
            <a:ext cx="2240280" cy="457200"/>
          </a:xfrm>
          <a:prstGeom prst="rect">
            <a:avLst/>
          </a:prstGeom>
          <a:noFill/>
        </p:spPr>
        <p:txBody>
          <a:bodyPr wrap="square" lIns="0" tIns="0" rIns="0" bIns="0" anchor="t">
            <a:spAutoFit/>
          </a:bodyPr>
          <a:lstStyle/>
          <a:p>
            <a:pPr algn="l">
              <a:spcAft>
                <a:spcPts val="600"/>
              </a:spcAft>
            </a:pPr>
            <a:r>
              <a:rPr sz="1800" b="1" i="0" dirty="0">
                <a:solidFill>
                  <a:srgbClr val="1D2939"/>
                </a:solidFill>
                <a:latin typeface="Arial"/>
              </a:rPr>
              <a:t>ResNet50</a:t>
            </a:r>
          </a:p>
        </p:txBody>
      </p:sp>
      <p:sp>
        <p:nvSpPr>
          <p:cNvPr id="34" name="Rounded Rectangle 33"/>
          <p:cNvSpPr/>
          <p:nvPr/>
        </p:nvSpPr>
        <p:spPr>
          <a:xfrm>
            <a:off x="9308592" y="1627632"/>
            <a:ext cx="2148840" cy="347472"/>
          </a:xfrm>
          <a:prstGeom prst="roundRect">
            <a:avLst>
              <a:gd name="adj" fmla="val 50000"/>
            </a:avLst>
          </a:prstGeom>
          <a:solidFill>
            <a:srgbClr val="F56776"/>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dirty="0" err="1">
                <a:solidFill>
                  <a:srgbClr val="FFFFFF"/>
                </a:solidFill>
                <a:latin typeface="Arial"/>
              </a:rPr>
              <a:t>Mốc</a:t>
            </a:r>
            <a:r>
              <a:rPr sz="1200" b="1" dirty="0">
                <a:solidFill>
                  <a:srgbClr val="FFFFFF"/>
                </a:solidFill>
                <a:latin typeface="Arial"/>
              </a:rPr>
              <a:t> </a:t>
            </a:r>
            <a:r>
              <a:rPr sz="1200" b="1" dirty="0" err="1">
                <a:solidFill>
                  <a:srgbClr val="FFFFFF"/>
                </a:solidFill>
                <a:latin typeface="Arial"/>
              </a:rPr>
              <a:t>nặng</a:t>
            </a:r>
            <a:endParaRPr sz="1200" b="1" dirty="0">
              <a:solidFill>
                <a:srgbClr val="FFFFFF"/>
              </a:solidFill>
              <a:latin typeface="Arial"/>
            </a:endParaRPr>
          </a:p>
        </p:txBody>
      </p:sp>
      <p:sp>
        <p:nvSpPr>
          <p:cNvPr id="35" name="TextBox 34"/>
          <p:cNvSpPr txBox="1"/>
          <p:nvPr/>
        </p:nvSpPr>
        <p:spPr>
          <a:xfrm>
            <a:off x="9308592" y="2240280"/>
            <a:ext cx="2240280" cy="594360"/>
          </a:xfrm>
          <a:prstGeom prst="rect">
            <a:avLst/>
          </a:prstGeom>
          <a:noFill/>
        </p:spPr>
        <p:txBody>
          <a:bodyPr wrap="square" lIns="0" tIns="0" rIns="0" bIns="0" anchor="t">
            <a:spAutoFit/>
          </a:bodyPr>
          <a:lstStyle/>
          <a:p>
            <a:pPr algn="l">
              <a:spcAft>
                <a:spcPts val="600"/>
              </a:spcAft>
            </a:pPr>
            <a:r>
              <a:rPr sz="3200" b="1" i="0">
                <a:solidFill>
                  <a:srgbClr val="F56776"/>
                </a:solidFill>
                <a:latin typeface="Arial"/>
              </a:rPr>
              <a:t>23,52 M</a:t>
            </a:r>
          </a:p>
        </p:txBody>
      </p:sp>
      <p:sp>
        <p:nvSpPr>
          <p:cNvPr id="36" name="TextBox 35"/>
          <p:cNvSpPr txBox="1"/>
          <p:nvPr/>
        </p:nvSpPr>
        <p:spPr>
          <a:xfrm>
            <a:off x="9308592" y="2834640"/>
            <a:ext cx="2240280" cy="320040"/>
          </a:xfrm>
          <a:prstGeom prst="rect">
            <a:avLst/>
          </a:prstGeom>
          <a:noFill/>
        </p:spPr>
        <p:txBody>
          <a:bodyPr wrap="square" lIns="0" tIns="0" rIns="0" bIns="0" anchor="t">
            <a:spAutoFit/>
          </a:bodyPr>
          <a:lstStyle/>
          <a:p>
            <a:pPr algn="l">
              <a:spcAft>
                <a:spcPts val="600"/>
              </a:spcAft>
            </a:pPr>
            <a:r>
              <a:rPr sz="1400" b="0" i="0">
                <a:solidFill>
                  <a:srgbClr val="474F67"/>
                </a:solidFill>
                <a:latin typeface="Arial"/>
              </a:rPr>
              <a:t>tham số</a:t>
            </a:r>
          </a:p>
        </p:txBody>
      </p:sp>
      <p:sp>
        <p:nvSpPr>
          <p:cNvPr id="37" name="TextBox 36"/>
          <p:cNvSpPr txBox="1"/>
          <p:nvPr/>
        </p:nvSpPr>
        <p:spPr>
          <a:xfrm>
            <a:off x="9308592" y="3291840"/>
            <a:ext cx="2240280" cy="594360"/>
          </a:xfrm>
          <a:prstGeom prst="rect">
            <a:avLst/>
          </a:prstGeom>
          <a:noFill/>
        </p:spPr>
        <p:txBody>
          <a:bodyPr wrap="square" lIns="0" tIns="0" rIns="0" bIns="0" anchor="t">
            <a:spAutoFit/>
          </a:bodyPr>
          <a:lstStyle/>
          <a:p>
            <a:pPr algn="l">
              <a:spcAft>
                <a:spcPts val="600"/>
              </a:spcAft>
            </a:pPr>
            <a:r>
              <a:rPr sz="3200" b="1" i="0" dirty="0">
                <a:solidFill>
                  <a:srgbClr val="F56776"/>
                </a:solidFill>
                <a:latin typeface="Arial"/>
              </a:rPr>
              <a:t>4,09 G</a:t>
            </a:r>
          </a:p>
        </p:txBody>
      </p:sp>
      <p:sp>
        <p:nvSpPr>
          <p:cNvPr id="38" name="TextBox 37"/>
          <p:cNvSpPr txBox="1"/>
          <p:nvPr/>
        </p:nvSpPr>
        <p:spPr>
          <a:xfrm>
            <a:off x="9308592" y="3886200"/>
            <a:ext cx="2240280" cy="548640"/>
          </a:xfrm>
          <a:prstGeom prst="rect">
            <a:avLst/>
          </a:prstGeom>
          <a:noFill/>
        </p:spPr>
        <p:txBody>
          <a:bodyPr wrap="square" lIns="0" tIns="0" rIns="0" bIns="0" anchor="t">
            <a:spAutoFit/>
          </a:bodyPr>
          <a:lstStyle/>
          <a:p>
            <a:pPr algn="l">
              <a:spcAft>
                <a:spcPts val="600"/>
              </a:spcAft>
            </a:pPr>
            <a:r>
              <a:rPr sz="1400" b="0" i="0">
                <a:solidFill>
                  <a:srgbClr val="474F67"/>
                </a:solidFill>
                <a:latin typeface="Arial"/>
              </a:rPr>
              <a:t>MACs cho một ảnh 224×224</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6072" y="9144"/>
            <a:ext cx="9144000" cy="676656"/>
          </a:xfrm>
        </p:spPr>
        <p:txBody>
          <a:bodyPr anchor="ctr"/>
          <a:lstStyle/>
          <a:p>
            <a:r>
              <a:rPr lang="en-US" sz="2400" b="1" dirty="0">
                <a:solidFill>
                  <a:srgbClr val="FFFFFF"/>
                </a:solidFill>
                <a:latin typeface="Arial"/>
              </a:rPr>
              <a:t>Val </a:t>
            </a:r>
            <a:r>
              <a:rPr lang="en-US" sz="2400" b="1">
                <a:solidFill>
                  <a:srgbClr val="FFFFFF"/>
                </a:solidFill>
                <a:latin typeface="Arial"/>
              </a:rPr>
              <a:t>vs test</a:t>
            </a:r>
            <a:endParaRPr sz="2400" b="1" dirty="0">
              <a:solidFill>
                <a:srgbClr val="FFFFFF"/>
              </a:solidFill>
              <a:latin typeface="Arial"/>
            </a:endParaRPr>
          </a:p>
        </p:txBody>
      </p:sp>
      <p:sp>
        <p:nvSpPr>
          <p:cNvPr id="6" name="Slide Number Placeholder 5"/>
          <p:cNvSpPr>
            <a:spLocks noGrp="1"/>
          </p:cNvSpPr>
          <p:nvPr>
            <p:ph type="sldNum" sz="quarter" idx="12"/>
          </p:nvPr>
        </p:nvSpPr>
        <p:spPr>
          <a:xfrm>
            <a:off x="9338569" y="6414022"/>
            <a:ext cx="2743200" cy="365125"/>
          </a:xfrm>
        </p:spPr>
        <p:txBody>
          <a:bodyPr/>
          <a:lstStyle>
            <a:lvl1pPr>
              <a:defRPr>
                <a:latin typeface="Times New Roman" panose="02020603050405020304" pitchFamily="18" charset="0"/>
                <a:cs typeface="Times New Roman" panose="02020603050405020304" pitchFamily="18" charset="0"/>
              </a:defRPr>
            </a:lvl1pPr>
          </a:lstStyle>
          <a:p>
            <a:fld id="{61747C95-3AE6-4FC3-BEF5-3AF60B1E4490}" type="slidenum">
              <a:rPr lang="en-US" sz="1400">
                <a:solidFill>
                  <a:srgbClr val="000000"/>
                </a:solidFill>
                <a:latin typeface="Arial"/>
              </a:rPr>
              <a:t>7</a:t>
            </a:fld>
            <a:endParaRPr lang="en-US"/>
          </a:p>
        </p:txBody>
      </p:sp>
      <p:graphicFrame>
        <p:nvGraphicFramePr>
          <p:cNvPr id="7" name="Chart 6"/>
          <p:cNvGraphicFramePr>
            <a:graphicFrameLocks noGrp="1"/>
          </p:cNvGraphicFramePr>
          <p:nvPr>
            <p:extLst>
              <p:ext uri="{D42A27DB-BD31-4B8C-83A1-F6EECF244321}">
                <p14:modId xmlns:p14="http://schemas.microsoft.com/office/powerpoint/2010/main" val="119801797"/>
              </p:ext>
            </p:extLst>
          </p:nvPr>
        </p:nvGraphicFramePr>
        <p:xfrm>
          <a:off x="576071" y="914400"/>
          <a:ext cx="10698653" cy="5149970"/>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6072" y="9144"/>
            <a:ext cx="9144000" cy="676656"/>
          </a:xfrm>
        </p:spPr>
        <p:txBody>
          <a:bodyPr anchor="ctr"/>
          <a:lstStyle/>
          <a:p>
            <a:r>
              <a:rPr sz="2400" b="1">
                <a:solidFill>
                  <a:srgbClr val="FFFFFF"/>
                </a:solidFill>
                <a:latin typeface="Arial"/>
              </a:rPr>
              <a:t>Kết quả: test macro-F1 của các mô hình</a:t>
            </a:r>
          </a:p>
        </p:txBody>
      </p:sp>
      <p:sp>
        <p:nvSpPr>
          <p:cNvPr id="6" name="Slide Number Placeholder 5"/>
          <p:cNvSpPr>
            <a:spLocks noGrp="1"/>
          </p:cNvSpPr>
          <p:nvPr>
            <p:ph type="sldNum" sz="quarter" idx="12"/>
          </p:nvPr>
        </p:nvSpPr>
        <p:spPr>
          <a:xfrm>
            <a:off x="9338569" y="6414022"/>
            <a:ext cx="2743200" cy="365125"/>
          </a:xfrm>
        </p:spPr>
        <p:txBody>
          <a:bodyPr/>
          <a:lstStyle>
            <a:lvl1pPr>
              <a:defRPr>
                <a:latin typeface="Times New Roman" panose="02020603050405020304" pitchFamily="18" charset="0"/>
                <a:cs typeface="Times New Roman" panose="02020603050405020304" pitchFamily="18" charset="0"/>
              </a:defRPr>
            </a:lvl1pPr>
          </a:lstStyle>
          <a:p>
            <a:fld id="{61747C95-3AE6-4FC3-BEF5-3AF60B1E4490}" type="slidenum">
              <a:rPr lang="en-US" sz="1400">
                <a:solidFill>
                  <a:srgbClr val="000000"/>
                </a:solidFill>
                <a:latin typeface="Arial"/>
              </a:rPr>
              <a:t>8</a:t>
            </a:fld>
            <a:endParaRPr lang="en-US"/>
          </a:p>
        </p:txBody>
      </p:sp>
      <p:graphicFrame>
        <p:nvGraphicFramePr>
          <p:cNvPr id="7" name="Chart 6"/>
          <p:cNvGraphicFramePr>
            <a:graphicFrameLocks noGrp="1"/>
          </p:cNvGraphicFramePr>
          <p:nvPr>
            <p:extLst>
              <p:ext uri="{D42A27DB-BD31-4B8C-83A1-F6EECF244321}">
                <p14:modId xmlns:p14="http://schemas.microsoft.com/office/powerpoint/2010/main" val="4077247524"/>
              </p:ext>
            </p:extLst>
          </p:nvPr>
        </p:nvGraphicFramePr>
        <p:xfrm>
          <a:off x="576071" y="914399"/>
          <a:ext cx="10776291" cy="5374257"/>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6072" y="9144"/>
            <a:ext cx="9144000" cy="676656"/>
          </a:xfrm>
        </p:spPr>
        <p:txBody>
          <a:bodyPr anchor="ctr"/>
          <a:lstStyle/>
          <a:p>
            <a:endParaRPr sz="2400" b="1" dirty="0">
              <a:solidFill>
                <a:srgbClr val="FFFFFF"/>
              </a:solidFill>
              <a:latin typeface="Arial"/>
            </a:endParaRPr>
          </a:p>
        </p:txBody>
      </p:sp>
      <p:sp>
        <p:nvSpPr>
          <p:cNvPr id="6" name="Slide Number Placeholder 5"/>
          <p:cNvSpPr>
            <a:spLocks noGrp="1"/>
          </p:cNvSpPr>
          <p:nvPr>
            <p:ph type="sldNum" sz="quarter" idx="12"/>
          </p:nvPr>
        </p:nvSpPr>
        <p:spPr>
          <a:xfrm>
            <a:off x="9338569" y="6414022"/>
            <a:ext cx="2743200" cy="365125"/>
          </a:xfrm>
        </p:spPr>
        <p:txBody>
          <a:bodyPr/>
          <a:lstStyle>
            <a:lvl1pPr>
              <a:defRPr>
                <a:latin typeface="Times New Roman" panose="02020603050405020304" pitchFamily="18" charset="0"/>
                <a:cs typeface="Times New Roman" panose="02020603050405020304" pitchFamily="18" charset="0"/>
              </a:defRPr>
            </a:lvl1pPr>
          </a:lstStyle>
          <a:p>
            <a:fld id="{61747C95-3AE6-4FC3-BEF5-3AF60B1E4490}" type="slidenum">
              <a:rPr lang="en-US" sz="1400">
                <a:solidFill>
                  <a:srgbClr val="000000"/>
                </a:solidFill>
                <a:latin typeface="Arial"/>
              </a:rPr>
              <a:t>9</a:t>
            </a:fld>
            <a:endParaRPr lang="en-US"/>
          </a:p>
        </p:txBody>
      </p:sp>
      <p:graphicFrame>
        <p:nvGraphicFramePr>
          <p:cNvPr id="7" name="Table 6"/>
          <p:cNvGraphicFramePr>
            <a:graphicFrameLocks noGrp="1"/>
          </p:cNvGraphicFramePr>
          <p:nvPr/>
        </p:nvGraphicFramePr>
        <p:xfrm>
          <a:off x="576072" y="896112"/>
          <a:ext cx="11064239" cy="3867912"/>
        </p:xfrm>
        <a:graphic>
          <a:graphicData uri="http://schemas.openxmlformats.org/drawingml/2006/table">
            <a:tbl>
              <a:tblPr firstRow="1" bandRow="1">
                <a:tableStyleId>{5940675A-B579-460E-94D1-54222C63F5DA}</a:tableStyleId>
              </a:tblPr>
              <a:tblGrid>
                <a:gridCol w="2194560">
                  <a:extLst>
                    <a:ext uri="{9D8B030D-6E8A-4147-A177-3AD203B41FA5}">
                      <a16:colId xmlns:a16="http://schemas.microsoft.com/office/drawing/2014/main" val="20000"/>
                    </a:ext>
                  </a:extLst>
                </a:gridCol>
                <a:gridCol w="3749039">
                  <a:extLst>
                    <a:ext uri="{9D8B030D-6E8A-4147-A177-3AD203B41FA5}">
                      <a16:colId xmlns:a16="http://schemas.microsoft.com/office/drawing/2014/main" val="20001"/>
                    </a:ext>
                  </a:extLst>
                </a:gridCol>
                <a:gridCol w="1737360">
                  <a:extLst>
                    <a:ext uri="{9D8B030D-6E8A-4147-A177-3AD203B41FA5}">
                      <a16:colId xmlns:a16="http://schemas.microsoft.com/office/drawing/2014/main" val="20002"/>
                    </a:ext>
                  </a:extLst>
                </a:gridCol>
                <a:gridCol w="1280160">
                  <a:extLst>
                    <a:ext uri="{9D8B030D-6E8A-4147-A177-3AD203B41FA5}">
                      <a16:colId xmlns:a16="http://schemas.microsoft.com/office/drawing/2014/main" val="20003"/>
                    </a:ext>
                  </a:extLst>
                </a:gridCol>
                <a:gridCol w="2103120">
                  <a:extLst>
                    <a:ext uri="{9D8B030D-6E8A-4147-A177-3AD203B41FA5}">
                      <a16:colId xmlns:a16="http://schemas.microsoft.com/office/drawing/2014/main" val="20004"/>
                    </a:ext>
                  </a:extLst>
                </a:gridCol>
              </a:tblGrid>
              <a:tr h="429768">
                <a:tc>
                  <a:txBody>
                    <a:bodyPr/>
                    <a:lstStyle/>
                    <a:p>
                      <a:pPr algn="l"/>
                      <a:r>
                        <a:rPr sz="1400" b="1">
                          <a:solidFill>
                            <a:srgbClr val="FFFFFF"/>
                          </a:solidFill>
                          <a:latin typeface="Arial"/>
                        </a:rPr>
                        <a:t>Mô hình</a:t>
                      </a:r>
                    </a:p>
                  </a:txBody>
                  <a:tcPr marT="18288" marB="18288" anchor="ctr">
                    <a:lnL w="9525">
                      <a:solidFill>
                        <a:srgbClr val="D3D7DD"/>
                      </a:solidFill>
                    </a:lnL>
                    <a:lnR w="9525">
                      <a:solidFill>
                        <a:srgbClr val="D3D7DD"/>
                      </a:solidFill>
                    </a:lnR>
                    <a:lnT w="9525">
                      <a:solidFill>
                        <a:srgbClr val="D3D7DD"/>
                      </a:solidFill>
                    </a:lnT>
                    <a:lnB w="9525">
                      <a:solidFill>
                        <a:srgbClr val="D3D7DD"/>
                      </a:solidFill>
                    </a:lnB>
                    <a:solidFill>
                      <a:srgbClr val="00A95C"/>
                    </a:solidFill>
                  </a:tcPr>
                </a:tc>
                <a:tc>
                  <a:txBody>
                    <a:bodyPr/>
                    <a:lstStyle/>
                    <a:p>
                      <a:pPr algn="l"/>
                      <a:r>
                        <a:rPr sz="1400" b="1">
                          <a:solidFill>
                            <a:srgbClr val="FFFFFF"/>
                          </a:solidFill>
                          <a:latin typeface="Arial"/>
                        </a:rPr>
                        <a:t>Thay đổi so với mặc định</a:t>
                      </a:r>
                    </a:p>
                  </a:txBody>
                  <a:tcPr marT="18288" marB="18288" anchor="ctr">
                    <a:lnL w="9525">
                      <a:solidFill>
                        <a:srgbClr val="D3D7DD"/>
                      </a:solidFill>
                    </a:lnL>
                    <a:lnR w="9525">
                      <a:solidFill>
                        <a:srgbClr val="D3D7DD"/>
                      </a:solidFill>
                    </a:lnR>
                    <a:lnT w="9525">
                      <a:solidFill>
                        <a:srgbClr val="D3D7DD"/>
                      </a:solidFill>
                    </a:lnT>
                    <a:lnB w="9525">
                      <a:solidFill>
                        <a:srgbClr val="D3D7DD"/>
                      </a:solidFill>
                    </a:lnB>
                    <a:solidFill>
                      <a:srgbClr val="00A95C"/>
                    </a:solidFill>
                  </a:tcPr>
                </a:tc>
                <a:tc>
                  <a:txBody>
                    <a:bodyPr/>
                    <a:lstStyle/>
                    <a:p>
                      <a:pPr algn="l"/>
                      <a:r>
                        <a:rPr sz="1400" b="1">
                          <a:solidFill>
                            <a:srgbClr val="FFFFFF"/>
                          </a:solidFill>
                          <a:latin typeface="Arial"/>
                        </a:rPr>
                        <a:t>Test macro-F1</a:t>
                      </a:r>
                    </a:p>
                  </a:txBody>
                  <a:tcPr marT="18288" marB="18288" anchor="ctr">
                    <a:lnL w="9525">
                      <a:solidFill>
                        <a:srgbClr val="D3D7DD"/>
                      </a:solidFill>
                    </a:lnL>
                    <a:lnR w="9525">
                      <a:solidFill>
                        <a:srgbClr val="D3D7DD"/>
                      </a:solidFill>
                    </a:lnR>
                    <a:lnT w="9525">
                      <a:solidFill>
                        <a:srgbClr val="D3D7DD"/>
                      </a:solidFill>
                    </a:lnT>
                    <a:lnB w="9525">
                      <a:solidFill>
                        <a:srgbClr val="D3D7DD"/>
                      </a:solidFill>
                    </a:lnB>
                    <a:solidFill>
                      <a:srgbClr val="00A95C"/>
                    </a:solidFill>
                  </a:tcPr>
                </a:tc>
                <a:tc>
                  <a:txBody>
                    <a:bodyPr/>
                    <a:lstStyle/>
                    <a:p>
                      <a:pPr algn="l"/>
                      <a:r>
                        <a:rPr sz="1400" b="1">
                          <a:solidFill>
                            <a:srgbClr val="FFFFFF"/>
                          </a:solidFill>
                          <a:latin typeface="Arial"/>
                        </a:rPr>
                        <a:t>Chênh</a:t>
                      </a:r>
                    </a:p>
                  </a:txBody>
                  <a:tcPr marT="18288" marB="18288" anchor="ctr">
                    <a:lnL w="9525">
                      <a:solidFill>
                        <a:srgbClr val="D3D7DD"/>
                      </a:solidFill>
                    </a:lnL>
                    <a:lnR w="9525">
                      <a:solidFill>
                        <a:srgbClr val="D3D7DD"/>
                      </a:solidFill>
                    </a:lnR>
                    <a:lnT w="9525">
                      <a:solidFill>
                        <a:srgbClr val="D3D7DD"/>
                      </a:solidFill>
                    </a:lnT>
                    <a:lnB w="9525">
                      <a:solidFill>
                        <a:srgbClr val="D3D7DD"/>
                      </a:solidFill>
                    </a:lnB>
                    <a:solidFill>
                      <a:srgbClr val="00A95C"/>
                    </a:solidFill>
                  </a:tcPr>
                </a:tc>
                <a:tc>
                  <a:txBody>
                    <a:bodyPr/>
                    <a:lstStyle/>
                    <a:p>
                      <a:pPr algn="l"/>
                      <a:r>
                        <a:rPr sz="1400" b="1" dirty="0">
                          <a:solidFill>
                            <a:srgbClr val="FFFFFF"/>
                          </a:solidFill>
                          <a:latin typeface="Arial"/>
                        </a:rPr>
                        <a:t>F1 </a:t>
                      </a:r>
                      <a:r>
                        <a:rPr sz="1400" b="1" dirty="0" err="1">
                          <a:solidFill>
                            <a:srgbClr val="FFFFFF"/>
                          </a:solidFill>
                          <a:latin typeface="Arial"/>
                        </a:rPr>
                        <a:t>talk_passenger</a:t>
                      </a:r>
                      <a:endParaRPr sz="1400" b="1" dirty="0">
                        <a:solidFill>
                          <a:srgbClr val="FFFFFF"/>
                        </a:solidFill>
                        <a:latin typeface="Arial"/>
                      </a:endParaRPr>
                    </a:p>
                  </a:txBody>
                  <a:tcPr marT="18288" marB="18288" anchor="ctr">
                    <a:lnL w="9525">
                      <a:solidFill>
                        <a:srgbClr val="D3D7DD"/>
                      </a:solidFill>
                    </a:lnL>
                    <a:lnR w="9525">
                      <a:solidFill>
                        <a:srgbClr val="D3D7DD"/>
                      </a:solidFill>
                    </a:lnR>
                    <a:lnT w="9525">
                      <a:solidFill>
                        <a:srgbClr val="D3D7DD"/>
                      </a:solidFill>
                    </a:lnT>
                    <a:lnB w="9525">
                      <a:solidFill>
                        <a:srgbClr val="D3D7DD"/>
                      </a:solidFill>
                    </a:lnB>
                    <a:solidFill>
                      <a:srgbClr val="00A95C"/>
                    </a:solidFill>
                  </a:tcPr>
                </a:tc>
                <a:extLst>
                  <a:ext uri="{0D108BD9-81ED-4DB2-BD59-A6C34878D82A}">
                    <a16:rowId xmlns:a16="http://schemas.microsoft.com/office/drawing/2014/main" val="10000"/>
                  </a:ext>
                </a:extLst>
              </a:tr>
              <a:tr h="429768">
                <a:tc>
                  <a:txBody>
                    <a:bodyPr/>
                    <a:lstStyle/>
                    <a:p>
                      <a:pPr algn="l"/>
                      <a:r>
                        <a:rPr sz="1400" b="1">
                          <a:solidFill>
                            <a:srgbClr val="1D2939"/>
                          </a:solidFill>
                          <a:latin typeface="Arial"/>
                        </a:rPr>
                        <a:t>EfficientNet-Lite0</a:t>
                      </a:r>
                    </a:p>
                  </a:txBody>
                  <a:tcPr marT="18288" marB="18288" anchor="ctr">
                    <a:lnL w="9525">
                      <a:solidFill>
                        <a:srgbClr val="D3D7DD"/>
                      </a:solidFill>
                    </a:lnL>
                    <a:lnR w="9525">
                      <a:solidFill>
                        <a:srgbClr val="D3D7DD"/>
                      </a:solidFill>
                    </a:lnR>
                    <a:lnT w="9525">
                      <a:solidFill>
                        <a:srgbClr val="D3D7DD"/>
                      </a:solidFill>
                    </a:lnT>
                    <a:lnB w="9525">
                      <a:solidFill>
                        <a:srgbClr val="D3D7DD"/>
                      </a:solidFill>
                    </a:lnB>
                    <a:solidFill>
                      <a:srgbClr val="E6F6EE"/>
                    </a:solidFill>
                  </a:tcPr>
                </a:tc>
                <a:tc>
                  <a:txBody>
                    <a:bodyPr/>
                    <a:lstStyle/>
                    <a:p>
                      <a:pPr algn="l"/>
                      <a:r>
                        <a:rPr sz="1400" b="1">
                          <a:solidFill>
                            <a:srgbClr val="1D2939"/>
                          </a:solidFill>
                          <a:latin typeface="Arial"/>
                        </a:rPr>
                        <a:t>Mặc định (chạy trên Colab)</a:t>
                      </a:r>
                    </a:p>
                  </a:txBody>
                  <a:tcPr marT="18288" marB="18288" anchor="ctr">
                    <a:lnL w="9525">
                      <a:solidFill>
                        <a:srgbClr val="D3D7DD"/>
                      </a:solidFill>
                    </a:lnL>
                    <a:lnR w="9525">
                      <a:solidFill>
                        <a:srgbClr val="D3D7DD"/>
                      </a:solidFill>
                    </a:lnR>
                    <a:lnT w="9525">
                      <a:solidFill>
                        <a:srgbClr val="D3D7DD"/>
                      </a:solidFill>
                    </a:lnT>
                    <a:lnB w="9525">
                      <a:solidFill>
                        <a:srgbClr val="D3D7DD"/>
                      </a:solidFill>
                    </a:lnB>
                    <a:solidFill>
                      <a:srgbClr val="E6F6EE"/>
                    </a:solidFill>
                  </a:tcPr>
                </a:tc>
                <a:tc>
                  <a:txBody>
                    <a:bodyPr/>
                    <a:lstStyle/>
                    <a:p>
                      <a:pPr algn="ctr"/>
                      <a:r>
                        <a:rPr sz="1400" b="1">
                          <a:solidFill>
                            <a:srgbClr val="1D2939"/>
                          </a:solidFill>
                          <a:latin typeface="Arial"/>
                        </a:rPr>
                        <a:t>0,815</a:t>
                      </a:r>
                    </a:p>
                  </a:txBody>
                  <a:tcPr marT="18288" marB="18288" anchor="ctr">
                    <a:lnL w="9525">
                      <a:solidFill>
                        <a:srgbClr val="D3D7DD"/>
                      </a:solidFill>
                    </a:lnL>
                    <a:lnR w="9525">
                      <a:solidFill>
                        <a:srgbClr val="D3D7DD"/>
                      </a:solidFill>
                    </a:lnR>
                    <a:lnT w="9525">
                      <a:solidFill>
                        <a:srgbClr val="D3D7DD"/>
                      </a:solidFill>
                    </a:lnT>
                    <a:lnB w="9525">
                      <a:solidFill>
                        <a:srgbClr val="D3D7DD"/>
                      </a:solidFill>
                    </a:lnB>
                    <a:solidFill>
                      <a:srgbClr val="E6F6EE"/>
                    </a:solidFill>
                  </a:tcPr>
                </a:tc>
                <a:tc>
                  <a:txBody>
                    <a:bodyPr/>
                    <a:lstStyle/>
                    <a:p>
                      <a:pPr algn="ctr"/>
                      <a:endParaRPr/>
                    </a:p>
                  </a:txBody>
                  <a:tcPr marT="18288" marB="18288" anchor="ctr">
                    <a:lnL w="9525">
                      <a:solidFill>
                        <a:srgbClr val="D3D7DD"/>
                      </a:solidFill>
                    </a:lnL>
                    <a:lnR w="9525">
                      <a:solidFill>
                        <a:srgbClr val="D3D7DD"/>
                      </a:solidFill>
                    </a:lnR>
                    <a:lnT w="9525">
                      <a:solidFill>
                        <a:srgbClr val="D3D7DD"/>
                      </a:solidFill>
                    </a:lnT>
                    <a:lnB w="9525">
                      <a:solidFill>
                        <a:srgbClr val="D3D7DD"/>
                      </a:solidFill>
                    </a:lnB>
                    <a:solidFill>
                      <a:srgbClr val="E6F6EE"/>
                    </a:solidFill>
                  </a:tcPr>
                </a:tc>
                <a:tc>
                  <a:txBody>
                    <a:bodyPr/>
                    <a:lstStyle/>
                    <a:p>
                      <a:pPr algn="ctr"/>
                      <a:r>
                        <a:rPr sz="1400" b="1">
                          <a:solidFill>
                            <a:srgbClr val="1D2939"/>
                          </a:solidFill>
                          <a:latin typeface="Arial"/>
                        </a:rPr>
                        <a:t>0,416</a:t>
                      </a:r>
                    </a:p>
                  </a:txBody>
                  <a:tcPr marT="18288" marB="18288" anchor="ctr">
                    <a:lnL w="9525">
                      <a:solidFill>
                        <a:srgbClr val="D3D7DD"/>
                      </a:solidFill>
                    </a:lnL>
                    <a:lnR w="9525">
                      <a:solidFill>
                        <a:srgbClr val="D3D7DD"/>
                      </a:solidFill>
                    </a:lnR>
                    <a:lnT w="9525">
                      <a:solidFill>
                        <a:srgbClr val="D3D7DD"/>
                      </a:solidFill>
                    </a:lnT>
                    <a:lnB w="9525">
                      <a:solidFill>
                        <a:srgbClr val="D3D7DD"/>
                      </a:solidFill>
                    </a:lnB>
                    <a:solidFill>
                      <a:srgbClr val="E6F6EE"/>
                    </a:solidFill>
                  </a:tcPr>
                </a:tc>
                <a:extLst>
                  <a:ext uri="{0D108BD9-81ED-4DB2-BD59-A6C34878D82A}">
                    <a16:rowId xmlns:a16="http://schemas.microsoft.com/office/drawing/2014/main" val="10001"/>
                  </a:ext>
                </a:extLst>
              </a:tr>
              <a:tr h="429768">
                <a:tc>
                  <a:txBody>
                    <a:bodyPr/>
                    <a:lstStyle/>
                    <a:p>
                      <a:pPr algn="l"/>
                      <a:endParaRPr/>
                    </a:p>
                  </a:txBody>
                  <a:tcPr marT="18288" marB="18288" anchor="ctr">
                    <a:lnL w="9525">
                      <a:solidFill>
                        <a:srgbClr val="D3D7DD"/>
                      </a:solidFill>
                    </a:lnL>
                    <a:lnR w="9525">
                      <a:solidFill>
                        <a:srgbClr val="D3D7DD"/>
                      </a:solidFill>
                    </a:lnR>
                    <a:lnT w="9525">
                      <a:solidFill>
                        <a:srgbClr val="D3D7DD"/>
                      </a:solidFill>
                    </a:lnT>
                    <a:lnB w="9525">
                      <a:solidFill>
                        <a:srgbClr val="D3D7DD"/>
                      </a:solidFill>
                    </a:lnB>
                    <a:solidFill>
                      <a:srgbClr val="F1F3F6"/>
                    </a:solidFill>
                  </a:tcPr>
                </a:tc>
                <a:tc>
                  <a:txBody>
                    <a:bodyPr/>
                    <a:lstStyle/>
                    <a:p>
                      <a:pPr algn="l"/>
                      <a:r>
                        <a:rPr sz="1400" b="0">
                          <a:solidFill>
                            <a:srgbClr val="1D2939"/>
                          </a:solidFill>
                          <a:latin typeface="Arial"/>
                        </a:rPr>
                        <a:t>Class weight (lớp ít ảnh nặng hơn)</a:t>
                      </a:r>
                    </a:p>
                  </a:txBody>
                  <a:tcPr marT="18288" marB="18288" anchor="ctr">
                    <a:lnL w="9525">
                      <a:solidFill>
                        <a:srgbClr val="D3D7DD"/>
                      </a:solidFill>
                    </a:lnL>
                    <a:lnR w="9525">
                      <a:solidFill>
                        <a:srgbClr val="D3D7DD"/>
                      </a:solidFill>
                    </a:lnR>
                    <a:lnT w="9525">
                      <a:solidFill>
                        <a:srgbClr val="D3D7DD"/>
                      </a:solidFill>
                    </a:lnT>
                    <a:lnB w="9525">
                      <a:solidFill>
                        <a:srgbClr val="D3D7DD"/>
                      </a:solidFill>
                    </a:lnB>
                    <a:solidFill>
                      <a:srgbClr val="F1F3F6"/>
                    </a:solidFill>
                  </a:tcPr>
                </a:tc>
                <a:tc>
                  <a:txBody>
                    <a:bodyPr/>
                    <a:lstStyle/>
                    <a:p>
                      <a:pPr algn="ctr"/>
                      <a:r>
                        <a:rPr sz="1400" b="0">
                          <a:solidFill>
                            <a:srgbClr val="1D2939"/>
                          </a:solidFill>
                          <a:latin typeface="Arial"/>
                        </a:rPr>
                        <a:t>0,800</a:t>
                      </a:r>
                    </a:p>
                  </a:txBody>
                  <a:tcPr marT="18288" marB="18288" anchor="ctr">
                    <a:lnL w="9525">
                      <a:solidFill>
                        <a:srgbClr val="D3D7DD"/>
                      </a:solidFill>
                    </a:lnL>
                    <a:lnR w="9525">
                      <a:solidFill>
                        <a:srgbClr val="D3D7DD"/>
                      </a:solidFill>
                    </a:lnR>
                    <a:lnT w="9525">
                      <a:solidFill>
                        <a:srgbClr val="D3D7DD"/>
                      </a:solidFill>
                    </a:lnT>
                    <a:lnB w="9525">
                      <a:solidFill>
                        <a:srgbClr val="D3D7DD"/>
                      </a:solidFill>
                    </a:lnB>
                    <a:solidFill>
                      <a:srgbClr val="F1F3F6"/>
                    </a:solidFill>
                  </a:tcPr>
                </a:tc>
                <a:tc>
                  <a:txBody>
                    <a:bodyPr/>
                    <a:lstStyle/>
                    <a:p>
                      <a:pPr algn="ctr"/>
                      <a:r>
                        <a:rPr sz="1400" b="0">
                          <a:solidFill>
                            <a:srgbClr val="F56776"/>
                          </a:solidFill>
                          <a:latin typeface="Arial"/>
                        </a:rPr>
                        <a:t>−0,015</a:t>
                      </a:r>
                    </a:p>
                  </a:txBody>
                  <a:tcPr marT="18288" marB="18288" anchor="ctr">
                    <a:lnL w="9525">
                      <a:solidFill>
                        <a:srgbClr val="D3D7DD"/>
                      </a:solidFill>
                    </a:lnL>
                    <a:lnR w="9525">
                      <a:solidFill>
                        <a:srgbClr val="D3D7DD"/>
                      </a:solidFill>
                    </a:lnR>
                    <a:lnT w="9525">
                      <a:solidFill>
                        <a:srgbClr val="D3D7DD"/>
                      </a:solidFill>
                    </a:lnT>
                    <a:lnB w="9525">
                      <a:solidFill>
                        <a:srgbClr val="D3D7DD"/>
                      </a:solidFill>
                    </a:lnB>
                    <a:solidFill>
                      <a:srgbClr val="F1F3F6"/>
                    </a:solidFill>
                  </a:tcPr>
                </a:tc>
                <a:tc>
                  <a:txBody>
                    <a:bodyPr/>
                    <a:lstStyle/>
                    <a:p>
                      <a:pPr algn="ctr"/>
                      <a:r>
                        <a:rPr sz="1400" b="0">
                          <a:solidFill>
                            <a:srgbClr val="1D2939"/>
                          </a:solidFill>
                          <a:latin typeface="Arial"/>
                        </a:rPr>
                        <a:t>0,347</a:t>
                      </a:r>
                    </a:p>
                  </a:txBody>
                  <a:tcPr marT="18288" marB="18288" anchor="ctr">
                    <a:lnL w="9525">
                      <a:solidFill>
                        <a:srgbClr val="D3D7DD"/>
                      </a:solidFill>
                    </a:lnL>
                    <a:lnR w="9525">
                      <a:solidFill>
                        <a:srgbClr val="D3D7DD"/>
                      </a:solidFill>
                    </a:lnR>
                    <a:lnT w="9525">
                      <a:solidFill>
                        <a:srgbClr val="D3D7DD"/>
                      </a:solidFill>
                    </a:lnT>
                    <a:lnB w="9525">
                      <a:solidFill>
                        <a:srgbClr val="D3D7DD"/>
                      </a:solidFill>
                    </a:lnB>
                    <a:solidFill>
                      <a:srgbClr val="F1F3F6"/>
                    </a:solidFill>
                  </a:tcPr>
                </a:tc>
                <a:extLst>
                  <a:ext uri="{0D108BD9-81ED-4DB2-BD59-A6C34878D82A}">
                    <a16:rowId xmlns:a16="http://schemas.microsoft.com/office/drawing/2014/main" val="10002"/>
                  </a:ext>
                </a:extLst>
              </a:tr>
              <a:tr h="429768">
                <a:tc>
                  <a:txBody>
                    <a:bodyPr/>
                    <a:lstStyle/>
                    <a:p>
                      <a:pPr algn="l"/>
                      <a:endParaRPr/>
                    </a:p>
                  </a:txBody>
                  <a:tcPr marT="18288" marB="18288" anchor="ctr">
                    <a:lnL w="9525">
                      <a:solidFill>
                        <a:srgbClr val="D3D7DD"/>
                      </a:solidFill>
                    </a:lnL>
                    <a:lnR w="9525">
                      <a:solidFill>
                        <a:srgbClr val="D3D7DD"/>
                      </a:solidFill>
                    </a:lnR>
                    <a:lnT w="9525">
                      <a:solidFill>
                        <a:srgbClr val="D3D7DD"/>
                      </a:solidFill>
                    </a:lnT>
                    <a:lnB w="9525">
                      <a:solidFill>
                        <a:srgbClr val="D3D7DD"/>
                      </a:solidFill>
                    </a:lnB>
                    <a:solidFill>
                      <a:srgbClr val="FFFFFF"/>
                    </a:solidFill>
                  </a:tcPr>
                </a:tc>
                <a:tc>
                  <a:txBody>
                    <a:bodyPr/>
                    <a:lstStyle/>
                    <a:p>
                      <a:pPr algn="l"/>
                      <a:r>
                        <a:rPr sz="1400" b="0">
                          <a:solidFill>
                            <a:srgbClr val="1D2939"/>
                          </a:solidFill>
                          <a:latin typeface="Arial"/>
                        </a:rPr>
                        <a:t>Sampler cân bằng (lấy lớp ít nhiều hơn)</a:t>
                      </a:r>
                    </a:p>
                  </a:txBody>
                  <a:tcPr marT="18288" marB="18288" anchor="ctr">
                    <a:lnL w="9525">
                      <a:solidFill>
                        <a:srgbClr val="D3D7DD"/>
                      </a:solidFill>
                    </a:lnL>
                    <a:lnR w="9525">
                      <a:solidFill>
                        <a:srgbClr val="D3D7DD"/>
                      </a:solidFill>
                    </a:lnR>
                    <a:lnT w="9525">
                      <a:solidFill>
                        <a:srgbClr val="D3D7DD"/>
                      </a:solidFill>
                    </a:lnT>
                    <a:lnB w="9525">
                      <a:solidFill>
                        <a:srgbClr val="D3D7DD"/>
                      </a:solidFill>
                    </a:lnB>
                    <a:solidFill>
                      <a:srgbClr val="FFFFFF"/>
                    </a:solidFill>
                  </a:tcPr>
                </a:tc>
                <a:tc>
                  <a:txBody>
                    <a:bodyPr/>
                    <a:lstStyle/>
                    <a:p>
                      <a:pPr algn="ctr"/>
                      <a:r>
                        <a:rPr sz="1400" b="0">
                          <a:solidFill>
                            <a:srgbClr val="1D2939"/>
                          </a:solidFill>
                          <a:latin typeface="Arial"/>
                        </a:rPr>
                        <a:t>0,785</a:t>
                      </a:r>
                    </a:p>
                  </a:txBody>
                  <a:tcPr marT="18288" marB="18288" anchor="ctr">
                    <a:lnL w="9525">
                      <a:solidFill>
                        <a:srgbClr val="D3D7DD"/>
                      </a:solidFill>
                    </a:lnL>
                    <a:lnR w="9525">
                      <a:solidFill>
                        <a:srgbClr val="D3D7DD"/>
                      </a:solidFill>
                    </a:lnR>
                    <a:lnT w="9525">
                      <a:solidFill>
                        <a:srgbClr val="D3D7DD"/>
                      </a:solidFill>
                    </a:lnT>
                    <a:lnB w="9525">
                      <a:solidFill>
                        <a:srgbClr val="D3D7DD"/>
                      </a:solidFill>
                    </a:lnB>
                    <a:solidFill>
                      <a:srgbClr val="FFFFFF"/>
                    </a:solidFill>
                  </a:tcPr>
                </a:tc>
                <a:tc>
                  <a:txBody>
                    <a:bodyPr/>
                    <a:lstStyle/>
                    <a:p>
                      <a:pPr algn="ctr"/>
                      <a:r>
                        <a:rPr sz="1400" b="0">
                          <a:solidFill>
                            <a:srgbClr val="F56776"/>
                          </a:solidFill>
                          <a:latin typeface="Arial"/>
                        </a:rPr>
                        <a:t>−0,030</a:t>
                      </a:r>
                    </a:p>
                  </a:txBody>
                  <a:tcPr marT="18288" marB="18288" anchor="ctr">
                    <a:lnL w="9525">
                      <a:solidFill>
                        <a:srgbClr val="D3D7DD"/>
                      </a:solidFill>
                    </a:lnL>
                    <a:lnR w="9525">
                      <a:solidFill>
                        <a:srgbClr val="D3D7DD"/>
                      </a:solidFill>
                    </a:lnR>
                    <a:lnT w="9525">
                      <a:solidFill>
                        <a:srgbClr val="D3D7DD"/>
                      </a:solidFill>
                    </a:lnT>
                    <a:lnB w="9525">
                      <a:solidFill>
                        <a:srgbClr val="D3D7DD"/>
                      </a:solidFill>
                    </a:lnB>
                    <a:solidFill>
                      <a:srgbClr val="FFFFFF"/>
                    </a:solidFill>
                  </a:tcPr>
                </a:tc>
                <a:tc>
                  <a:txBody>
                    <a:bodyPr/>
                    <a:lstStyle/>
                    <a:p>
                      <a:pPr algn="ctr"/>
                      <a:r>
                        <a:rPr sz="1400" b="0">
                          <a:solidFill>
                            <a:srgbClr val="1D2939"/>
                          </a:solidFill>
                          <a:latin typeface="Arial"/>
                        </a:rPr>
                        <a:t>0,352</a:t>
                      </a:r>
                    </a:p>
                  </a:txBody>
                  <a:tcPr marT="18288" marB="18288" anchor="ctr">
                    <a:lnL w="9525">
                      <a:solidFill>
                        <a:srgbClr val="D3D7DD"/>
                      </a:solidFill>
                    </a:lnL>
                    <a:lnR w="9525">
                      <a:solidFill>
                        <a:srgbClr val="D3D7DD"/>
                      </a:solidFill>
                    </a:lnR>
                    <a:lnT w="9525">
                      <a:solidFill>
                        <a:srgbClr val="D3D7DD"/>
                      </a:solidFill>
                    </a:lnT>
                    <a:lnB w="9525">
                      <a:solidFill>
                        <a:srgbClr val="D3D7DD"/>
                      </a:solidFill>
                    </a:lnB>
                    <a:solidFill>
                      <a:srgbClr val="FFFFFF"/>
                    </a:solidFill>
                  </a:tcPr>
                </a:tc>
                <a:extLst>
                  <a:ext uri="{0D108BD9-81ED-4DB2-BD59-A6C34878D82A}">
                    <a16:rowId xmlns:a16="http://schemas.microsoft.com/office/drawing/2014/main" val="10003"/>
                  </a:ext>
                </a:extLst>
              </a:tr>
              <a:tr h="429768">
                <a:tc>
                  <a:txBody>
                    <a:bodyPr/>
                    <a:lstStyle/>
                    <a:p>
                      <a:pPr algn="l"/>
                      <a:r>
                        <a:rPr sz="1400" b="1">
                          <a:solidFill>
                            <a:srgbClr val="1D2939"/>
                          </a:solidFill>
                          <a:latin typeface="Arial"/>
                        </a:rPr>
                        <a:t>MobileNetV3-S</a:t>
                      </a:r>
                    </a:p>
                  </a:txBody>
                  <a:tcPr marT="18288" marB="18288" anchor="ctr">
                    <a:lnL w="9525">
                      <a:solidFill>
                        <a:srgbClr val="D3D7DD"/>
                      </a:solidFill>
                    </a:lnL>
                    <a:lnR w="9525">
                      <a:solidFill>
                        <a:srgbClr val="D3D7DD"/>
                      </a:solidFill>
                    </a:lnR>
                    <a:lnT w="9525">
                      <a:solidFill>
                        <a:srgbClr val="D3D7DD"/>
                      </a:solidFill>
                    </a:lnT>
                    <a:lnB w="9525">
                      <a:solidFill>
                        <a:srgbClr val="D3D7DD"/>
                      </a:solidFill>
                    </a:lnB>
                    <a:solidFill>
                      <a:srgbClr val="E6F6EE"/>
                    </a:solidFill>
                  </a:tcPr>
                </a:tc>
                <a:tc>
                  <a:txBody>
                    <a:bodyPr/>
                    <a:lstStyle/>
                    <a:p>
                      <a:pPr algn="l"/>
                      <a:r>
                        <a:rPr sz="1400" b="1">
                          <a:solidFill>
                            <a:srgbClr val="1D2939"/>
                          </a:solidFill>
                          <a:latin typeface="Arial"/>
                        </a:rPr>
                        <a:t>Mặc định (lr 0,001, 10 epoch)</a:t>
                      </a:r>
                    </a:p>
                  </a:txBody>
                  <a:tcPr marT="18288" marB="18288" anchor="ctr">
                    <a:lnL w="9525">
                      <a:solidFill>
                        <a:srgbClr val="D3D7DD"/>
                      </a:solidFill>
                    </a:lnL>
                    <a:lnR w="9525">
                      <a:solidFill>
                        <a:srgbClr val="D3D7DD"/>
                      </a:solidFill>
                    </a:lnR>
                    <a:lnT w="9525">
                      <a:solidFill>
                        <a:srgbClr val="D3D7DD"/>
                      </a:solidFill>
                    </a:lnT>
                    <a:lnB w="9525">
                      <a:solidFill>
                        <a:srgbClr val="D3D7DD"/>
                      </a:solidFill>
                    </a:lnB>
                    <a:solidFill>
                      <a:srgbClr val="E6F6EE"/>
                    </a:solidFill>
                  </a:tcPr>
                </a:tc>
                <a:tc>
                  <a:txBody>
                    <a:bodyPr/>
                    <a:lstStyle/>
                    <a:p>
                      <a:pPr algn="ctr"/>
                      <a:r>
                        <a:rPr sz="1400" b="1">
                          <a:solidFill>
                            <a:srgbClr val="1D2939"/>
                          </a:solidFill>
                          <a:latin typeface="Arial"/>
                        </a:rPr>
                        <a:t>0,752</a:t>
                      </a:r>
                    </a:p>
                  </a:txBody>
                  <a:tcPr marT="18288" marB="18288" anchor="ctr">
                    <a:lnL w="9525">
                      <a:solidFill>
                        <a:srgbClr val="D3D7DD"/>
                      </a:solidFill>
                    </a:lnL>
                    <a:lnR w="9525">
                      <a:solidFill>
                        <a:srgbClr val="D3D7DD"/>
                      </a:solidFill>
                    </a:lnR>
                    <a:lnT w="9525">
                      <a:solidFill>
                        <a:srgbClr val="D3D7DD"/>
                      </a:solidFill>
                    </a:lnT>
                    <a:lnB w="9525">
                      <a:solidFill>
                        <a:srgbClr val="D3D7DD"/>
                      </a:solidFill>
                    </a:lnB>
                    <a:solidFill>
                      <a:srgbClr val="E6F6EE"/>
                    </a:solidFill>
                  </a:tcPr>
                </a:tc>
                <a:tc>
                  <a:txBody>
                    <a:bodyPr/>
                    <a:lstStyle/>
                    <a:p>
                      <a:pPr algn="ctr"/>
                      <a:endParaRPr/>
                    </a:p>
                  </a:txBody>
                  <a:tcPr marT="18288" marB="18288" anchor="ctr">
                    <a:lnL w="9525">
                      <a:solidFill>
                        <a:srgbClr val="D3D7DD"/>
                      </a:solidFill>
                    </a:lnL>
                    <a:lnR w="9525">
                      <a:solidFill>
                        <a:srgbClr val="D3D7DD"/>
                      </a:solidFill>
                    </a:lnR>
                    <a:lnT w="9525">
                      <a:solidFill>
                        <a:srgbClr val="D3D7DD"/>
                      </a:solidFill>
                    </a:lnT>
                    <a:lnB w="9525">
                      <a:solidFill>
                        <a:srgbClr val="D3D7DD"/>
                      </a:solidFill>
                    </a:lnB>
                    <a:solidFill>
                      <a:srgbClr val="E6F6EE"/>
                    </a:solidFill>
                  </a:tcPr>
                </a:tc>
                <a:tc>
                  <a:txBody>
                    <a:bodyPr/>
                    <a:lstStyle/>
                    <a:p>
                      <a:pPr algn="ctr"/>
                      <a:r>
                        <a:rPr sz="1400" b="1">
                          <a:solidFill>
                            <a:srgbClr val="1D2939"/>
                          </a:solidFill>
                          <a:latin typeface="Arial"/>
                        </a:rPr>
                        <a:t>0,391</a:t>
                      </a:r>
                    </a:p>
                  </a:txBody>
                  <a:tcPr marT="18288" marB="18288" anchor="ctr">
                    <a:lnL w="9525">
                      <a:solidFill>
                        <a:srgbClr val="D3D7DD"/>
                      </a:solidFill>
                    </a:lnL>
                    <a:lnR w="9525">
                      <a:solidFill>
                        <a:srgbClr val="D3D7DD"/>
                      </a:solidFill>
                    </a:lnR>
                    <a:lnT w="9525">
                      <a:solidFill>
                        <a:srgbClr val="D3D7DD"/>
                      </a:solidFill>
                    </a:lnT>
                    <a:lnB w="9525">
                      <a:solidFill>
                        <a:srgbClr val="D3D7DD"/>
                      </a:solidFill>
                    </a:lnB>
                    <a:solidFill>
                      <a:srgbClr val="E6F6EE"/>
                    </a:solidFill>
                  </a:tcPr>
                </a:tc>
                <a:extLst>
                  <a:ext uri="{0D108BD9-81ED-4DB2-BD59-A6C34878D82A}">
                    <a16:rowId xmlns:a16="http://schemas.microsoft.com/office/drawing/2014/main" val="10004"/>
                  </a:ext>
                </a:extLst>
              </a:tr>
              <a:tr h="429768">
                <a:tc>
                  <a:txBody>
                    <a:bodyPr/>
                    <a:lstStyle/>
                    <a:p>
                      <a:pPr algn="l"/>
                      <a:endParaRPr/>
                    </a:p>
                  </a:txBody>
                  <a:tcPr marT="18288" marB="18288" anchor="ctr">
                    <a:lnL w="9525">
                      <a:solidFill>
                        <a:srgbClr val="D3D7DD"/>
                      </a:solidFill>
                    </a:lnL>
                    <a:lnR w="9525">
                      <a:solidFill>
                        <a:srgbClr val="D3D7DD"/>
                      </a:solidFill>
                    </a:lnR>
                    <a:lnT w="9525">
                      <a:solidFill>
                        <a:srgbClr val="D3D7DD"/>
                      </a:solidFill>
                    </a:lnT>
                    <a:lnB w="9525">
                      <a:solidFill>
                        <a:srgbClr val="D3D7DD"/>
                      </a:solidFill>
                    </a:lnB>
                    <a:solidFill>
                      <a:srgbClr val="FFFFFF"/>
                    </a:solidFill>
                  </a:tcPr>
                </a:tc>
                <a:tc>
                  <a:txBody>
                    <a:bodyPr/>
                    <a:lstStyle/>
                    <a:p>
                      <a:pPr algn="l"/>
                      <a:r>
                        <a:rPr sz="1400" b="0">
                          <a:solidFill>
                            <a:srgbClr val="1D2939"/>
                          </a:solidFill>
                          <a:latin typeface="Arial"/>
                        </a:rPr>
                        <a:t>Learning rate 0,0003</a:t>
                      </a:r>
                    </a:p>
                  </a:txBody>
                  <a:tcPr marT="18288" marB="18288" anchor="ctr">
                    <a:lnL w="9525">
                      <a:solidFill>
                        <a:srgbClr val="D3D7DD"/>
                      </a:solidFill>
                    </a:lnL>
                    <a:lnR w="9525">
                      <a:solidFill>
                        <a:srgbClr val="D3D7DD"/>
                      </a:solidFill>
                    </a:lnR>
                    <a:lnT w="9525">
                      <a:solidFill>
                        <a:srgbClr val="D3D7DD"/>
                      </a:solidFill>
                    </a:lnT>
                    <a:lnB w="9525">
                      <a:solidFill>
                        <a:srgbClr val="D3D7DD"/>
                      </a:solidFill>
                    </a:lnB>
                    <a:solidFill>
                      <a:srgbClr val="FFFFFF"/>
                    </a:solidFill>
                  </a:tcPr>
                </a:tc>
                <a:tc>
                  <a:txBody>
                    <a:bodyPr/>
                    <a:lstStyle/>
                    <a:p>
                      <a:pPr algn="ctr"/>
                      <a:r>
                        <a:rPr sz="1400" b="0">
                          <a:solidFill>
                            <a:srgbClr val="1D2939"/>
                          </a:solidFill>
                          <a:latin typeface="Arial"/>
                        </a:rPr>
                        <a:t>0,735</a:t>
                      </a:r>
                    </a:p>
                  </a:txBody>
                  <a:tcPr marT="18288" marB="18288" anchor="ctr">
                    <a:lnL w="9525">
                      <a:solidFill>
                        <a:srgbClr val="D3D7DD"/>
                      </a:solidFill>
                    </a:lnL>
                    <a:lnR w="9525">
                      <a:solidFill>
                        <a:srgbClr val="D3D7DD"/>
                      </a:solidFill>
                    </a:lnR>
                    <a:lnT w="9525">
                      <a:solidFill>
                        <a:srgbClr val="D3D7DD"/>
                      </a:solidFill>
                    </a:lnT>
                    <a:lnB w="9525">
                      <a:solidFill>
                        <a:srgbClr val="D3D7DD"/>
                      </a:solidFill>
                    </a:lnB>
                    <a:solidFill>
                      <a:srgbClr val="FFFFFF"/>
                    </a:solidFill>
                  </a:tcPr>
                </a:tc>
                <a:tc>
                  <a:txBody>
                    <a:bodyPr/>
                    <a:lstStyle/>
                    <a:p>
                      <a:pPr algn="ctr"/>
                      <a:r>
                        <a:rPr sz="1400" b="0">
                          <a:solidFill>
                            <a:srgbClr val="F56776"/>
                          </a:solidFill>
                          <a:latin typeface="Arial"/>
                        </a:rPr>
                        <a:t>−0,017</a:t>
                      </a:r>
                    </a:p>
                  </a:txBody>
                  <a:tcPr marT="18288" marB="18288" anchor="ctr">
                    <a:lnL w="9525">
                      <a:solidFill>
                        <a:srgbClr val="D3D7DD"/>
                      </a:solidFill>
                    </a:lnL>
                    <a:lnR w="9525">
                      <a:solidFill>
                        <a:srgbClr val="D3D7DD"/>
                      </a:solidFill>
                    </a:lnR>
                    <a:lnT w="9525">
                      <a:solidFill>
                        <a:srgbClr val="D3D7DD"/>
                      </a:solidFill>
                    </a:lnT>
                    <a:lnB w="9525">
                      <a:solidFill>
                        <a:srgbClr val="D3D7DD"/>
                      </a:solidFill>
                    </a:lnB>
                    <a:solidFill>
                      <a:srgbClr val="FFFFFF"/>
                    </a:solidFill>
                  </a:tcPr>
                </a:tc>
                <a:tc>
                  <a:txBody>
                    <a:bodyPr/>
                    <a:lstStyle/>
                    <a:p>
                      <a:pPr algn="ctr"/>
                      <a:r>
                        <a:rPr sz="1400" b="0">
                          <a:solidFill>
                            <a:srgbClr val="1D2939"/>
                          </a:solidFill>
                          <a:latin typeface="Arial"/>
                        </a:rPr>
                        <a:t>0,473</a:t>
                      </a:r>
                    </a:p>
                  </a:txBody>
                  <a:tcPr marT="18288" marB="18288" anchor="ctr">
                    <a:lnL w="9525">
                      <a:solidFill>
                        <a:srgbClr val="D3D7DD"/>
                      </a:solidFill>
                    </a:lnL>
                    <a:lnR w="9525">
                      <a:solidFill>
                        <a:srgbClr val="D3D7DD"/>
                      </a:solidFill>
                    </a:lnR>
                    <a:lnT w="9525">
                      <a:solidFill>
                        <a:srgbClr val="D3D7DD"/>
                      </a:solidFill>
                    </a:lnT>
                    <a:lnB w="9525">
                      <a:solidFill>
                        <a:srgbClr val="D3D7DD"/>
                      </a:solidFill>
                    </a:lnB>
                    <a:solidFill>
                      <a:srgbClr val="FFFFFF"/>
                    </a:solidFill>
                  </a:tcPr>
                </a:tc>
                <a:extLst>
                  <a:ext uri="{0D108BD9-81ED-4DB2-BD59-A6C34878D82A}">
                    <a16:rowId xmlns:a16="http://schemas.microsoft.com/office/drawing/2014/main" val="10005"/>
                  </a:ext>
                </a:extLst>
              </a:tr>
              <a:tr h="429768">
                <a:tc>
                  <a:txBody>
                    <a:bodyPr/>
                    <a:lstStyle/>
                    <a:p>
                      <a:pPr algn="l"/>
                      <a:endParaRPr/>
                    </a:p>
                  </a:txBody>
                  <a:tcPr marT="18288" marB="18288" anchor="ctr">
                    <a:lnL w="9525">
                      <a:solidFill>
                        <a:srgbClr val="D3D7DD"/>
                      </a:solidFill>
                    </a:lnL>
                    <a:lnR w="9525">
                      <a:solidFill>
                        <a:srgbClr val="D3D7DD"/>
                      </a:solidFill>
                    </a:lnR>
                    <a:lnT w="9525">
                      <a:solidFill>
                        <a:srgbClr val="D3D7DD"/>
                      </a:solidFill>
                    </a:lnT>
                    <a:lnB w="9525">
                      <a:solidFill>
                        <a:srgbClr val="D3D7DD"/>
                      </a:solidFill>
                    </a:lnB>
                    <a:solidFill>
                      <a:srgbClr val="F1F3F6"/>
                    </a:solidFill>
                  </a:tcPr>
                </a:tc>
                <a:tc>
                  <a:txBody>
                    <a:bodyPr/>
                    <a:lstStyle/>
                    <a:p>
                      <a:pPr algn="l"/>
                      <a:r>
                        <a:rPr sz="1400" b="0">
                          <a:solidFill>
                            <a:srgbClr val="1D2939"/>
                          </a:solidFill>
                          <a:latin typeface="Arial"/>
                        </a:rPr>
                        <a:t>Learning rate 0,003</a:t>
                      </a:r>
                    </a:p>
                  </a:txBody>
                  <a:tcPr marT="18288" marB="18288" anchor="ctr">
                    <a:lnL w="9525">
                      <a:solidFill>
                        <a:srgbClr val="D3D7DD"/>
                      </a:solidFill>
                    </a:lnL>
                    <a:lnR w="9525">
                      <a:solidFill>
                        <a:srgbClr val="D3D7DD"/>
                      </a:solidFill>
                    </a:lnR>
                    <a:lnT w="9525">
                      <a:solidFill>
                        <a:srgbClr val="D3D7DD"/>
                      </a:solidFill>
                    </a:lnT>
                    <a:lnB w="9525">
                      <a:solidFill>
                        <a:srgbClr val="D3D7DD"/>
                      </a:solidFill>
                    </a:lnB>
                    <a:solidFill>
                      <a:srgbClr val="F1F3F6"/>
                    </a:solidFill>
                  </a:tcPr>
                </a:tc>
                <a:tc>
                  <a:txBody>
                    <a:bodyPr/>
                    <a:lstStyle/>
                    <a:p>
                      <a:pPr algn="ctr"/>
                      <a:r>
                        <a:rPr sz="1400" b="0">
                          <a:solidFill>
                            <a:srgbClr val="1D2939"/>
                          </a:solidFill>
                          <a:latin typeface="Arial"/>
                        </a:rPr>
                        <a:t>0,744</a:t>
                      </a:r>
                    </a:p>
                  </a:txBody>
                  <a:tcPr marT="18288" marB="18288" anchor="ctr">
                    <a:lnL w="9525">
                      <a:solidFill>
                        <a:srgbClr val="D3D7DD"/>
                      </a:solidFill>
                    </a:lnL>
                    <a:lnR w="9525">
                      <a:solidFill>
                        <a:srgbClr val="D3D7DD"/>
                      </a:solidFill>
                    </a:lnR>
                    <a:lnT w="9525">
                      <a:solidFill>
                        <a:srgbClr val="D3D7DD"/>
                      </a:solidFill>
                    </a:lnT>
                    <a:lnB w="9525">
                      <a:solidFill>
                        <a:srgbClr val="D3D7DD"/>
                      </a:solidFill>
                    </a:lnB>
                    <a:solidFill>
                      <a:srgbClr val="F1F3F6"/>
                    </a:solidFill>
                  </a:tcPr>
                </a:tc>
                <a:tc>
                  <a:txBody>
                    <a:bodyPr/>
                    <a:lstStyle/>
                    <a:p>
                      <a:pPr algn="ctr"/>
                      <a:r>
                        <a:rPr sz="1400" b="0">
                          <a:solidFill>
                            <a:srgbClr val="F56776"/>
                          </a:solidFill>
                          <a:latin typeface="Arial"/>
                        </a:rPr>
                        <a:t>−0,008</a:t>
                      </a:r>
                    </a:p>
                  </a:txBody>
                  <a:tcPr marT="18288" marB="18288" anchor="ctr">
                    <a:lnL w="9525">
                      <a:solidFill>
                        <a:srgbClr val="D3D7DD"/>
                      </a:solidFill>
                    </a:lnL>
                    <a:lnR w="9525">
                      <a:solidFill>
                        <a:srgbClr val="D3D7DD"/>
                      </a:solidFill>
                    </a:lnR>
                    <a:lnT w="9525">
                      <a:solidFill>
                        <a:srgbClr val="D3D7DD"/>
                      </a:solidFill>
                    </a:lnT>
                    <a:lnB w="9525">
                      <a:solidFill>
                        <a:srgbClr val="D3D7DD"/>
                      </a:solidFill>
                    </a:lnB>
                    <a:solidFill>
                      <a:srgbClr val="F1F3F6"/>
                    </a:solidFill>
                  </a:tcPr>
                </a:tc>
                <a:tc>
                  <a:txBody>
                    <a:bodyPr/>
                    <a:lstStyle/>
                    <a:p>
                      <a:pPr algn="ctr"/>
                      <a:r>
                        <a:rPr sz="1400" b="0">
                          <a:solidFill>
                            <a:srgbClr val="1D2939"/>
                          </a:solidFill>
                          <a:latin typeface="Arial"/>
                        </a:rPr>
                        <a:t>0,470</a:t>
                      </a:r>
                    </a:p>
                  </a:txBody>
                  <a:tcPr marT="18288" marB="18288" anchor="ctr">
                    <a:lnL w="9525">
                      <a:solidFill>
                        <a:srgbClr val="D3D7DD"/>
                      </a:solidFill>
                    </a:lnL>
                    <a:lnR w="9525">
                      <a:solidFill>
                        <a:srgbClr val="D3D7DD"/>
                      </a:solidFill>
                    </a:lnR>
                    <a:lnT w="9525">
                      <a:solidFill>
                        <a:srgbClr val="D3D7DD"/>
                      </a:solidFill>
                    </a:lnT>
                    <a:lnB w="9525">
                      <a:solidFill>
                        <a:srgbClr val="D3D7DD"/>
                      </a:solidFill>
                    </a:lnB>
                    <a:solidFill>
                      <a:srgbClr val="F1F3F6"/>
                    </a:solidFill>
                  </a:tcPr>
                </a:tc>
                <a:extLst>
                  <a:ext uri="{0D108BD9-81ED-4DB2-BD59-A6C34878D82A}">
                    <a16:rowId xmlns:a16="http://schemas.microsoft.com/office/drawing/2014/main" val="10006"/>
                  </a:ext>
                </a:extLst>
              </a:tr>
              <a:tr h="429768">
                <a:tc>
                  <a:txBody>
                    <a:bodyPr/>
                    <a:lstStyle/>
                    <a:p>
                      <a:pPr algn="l"/>
                      <a:endParaRPr/>
                    </a:p>
                  </a:txBody>
                  <a:tcPr marT="18288" marB="18288" anchor="ctr">
                    <a:lnL w="9525">
                      <a:solidFill>
                        <a:srgbClr val="D3D7DD"/>
                      </a:solidFill>
                    </a:lnL>
                    <a:lnR w="9525">
                      <a:solidFill>
                        <a:srgbClr val="D3D7DD"/>
                      </a:solidFill>
                    </a:lnR>
                    <a:lnT w="9525">
                      <a:solidFill>
                        <a:srgbClr val="D3D7DD"/>
                      </a:solidFill>
                    </a:lnT>
                    <a:lnB w="9525">
                      <a:solidFill>
                        <a:srgbClr val="D3D7DD"/>
                      </a:solidFill>
                    </a:lnB>
                    <a:solidFill>
                      <a:srgbClr val="FFFFFF"/>
                    </a:solidFill>
                  </a:tcPr>
                </a:tc>
                <a:tc>
                  <a:txBody>
                    <a:bodyPr/>
                    <a:lstStyle/>
                    <a:p>
                      <a:pPr algn="l"/>
                      <a:r>
                        <a:rPr sz="1400" b="0">
                          <a:solidFill>
                            <a:srgbClr val="1D2939"/>
                          </a:solidFill>
                          <a:latin typeface="Arial"/>
                        </a:rPr>
                        <a:t>Weight decay 0,01</a:t>
                      </a:r>
                    </a:p>
                  </a:txBody>
                  <a:tcPr marT="18288" marB="18288" anchor="ctr">
                    <a:lnL w="9525">
                      <a:solidFill>
                        <a:srgbClr val="D3D7DD"/>
                      </a:solidFill>
                    </a:lnL>
                    <a:lnR w="9525">
                      <a:solidFill>
                        <a:srgbClr val="D3D7DD"/>
                      </a:solidFill>
                    </a:lnR>
                    <a:lnT w="9525">
                      <a:solidFill>
                        <a:srgbClr val="D3D7DD"/>
                      </a:solidFill>
                    </a:lnT>
                    <a:lnB w="9525">
                      <a:solidFill>
                        <a:srgbClr val="D3D7DD"/>
                      </a:solidFill>
                    </a:lnB>
                    <a:solidFill>
                      <a:srgbClr val="FFFFFF"/>
                    </a:solidFill>
                  </a:tcPr>
                </a:tc>
                <a:tc>
                  <a:txBody>
                    <a:bodyPr/>
                    <a:lstStyle/>
                    <a:p>
                      <a:pPr algn="ctr"/>
                      <a:r>
                        <a:rPr sz="1400" b="0">
                          <a:solidFill>
                            <a:srgbClr val="1D2939"/>
                          </a:solidFill>
                          <a:latin typeface="Arial"/>
                        </a:rPr>
                        <a:t>0,741</a:t>
                      </a:r>
                    </a:p>
                  </a:txBody>
                  <a:tcPr marT="18288" marB="18288" anchor="ctr">
                    <a:lnL w="9525">
                      <a:solidFill>
                        <a:srgbClr val="D3D7DD"/>
                      </a:solidFill>
                    </a:lnL>
                    <a:lnR w="9525">
                      <a:solidFill>
                        <a:srgbClr val="D3D7DD"/>
                      </a:solidFill>
                    </a:lnR>
                    <a:lnT w="9525">
                      <a:solidFill>
                        <a:srgbClr val="D3D7DD"/>
                      </a:solidFill>
                    </a:lnT>
                    <a:lnB w="9525">
                      <a:solidFill>
                        <a:srgbClr val="D3D7DD"/>
                      </a:solidFill>
                    </a:lnB>
                    <a:solidFill>
                      <a:srgbClr val="FFFFFF"/>
                    </a:solidFill>
                  </a:tcPr>
                </a:tc>
                <a:tc>
                  <a:txBody>
                    <a:bodyPr/>
                    <a:lstStyle/>
                    <a:p>
                      <a:pPr algn="ctr"/>
                      <a:r>
                        <a:rPr sz="1400" b="0">
                          <a:solidFill>
                            <a:srgbClr val="F56776"/>
                          </a:solidFill>
                          <a:latin typeface="Arial"/>
                        </a:rPr>
                        <a:t>−0,011</a:t>
                      </a:r>
                    </a:p>
                  </a:txBody>
                  <a:tcPr marT="18288" marB="18288" anchor="ctr">
                    <a:lnL w="9525">
                      <a:solidFill>
                        <a:srgbClr val="D3D7DD"/>
                      </a:solidFill>
                    </a:lnL>
                    <a:lnR w="9525">
                      <a:solidFill>
                        <a:srgbClr val="D3D7DD"/>
                      </a:solidFill>
                    </a:lnR>
                    <a:lnT w="9525">
                      <a:solidFill>
                        <a:srgbClr val="D3D7DD"/>
                      </a:solidFill>
                    </a:lnT>
                    <a:lnB w="9525">
                      <a:solidFill>
                        <a:srgbClr val="D3D7DD"/>
                      </a:solidFill>
                    </a:lnB>
                    <a:solidFill>
                      <a:srgbClr val="FFFFFF"/>
                    </a:solidFill>
                  </a:tcPr>
                </a:tc>
                <a:tc>
                  <a:txBody>
                    <a:bodyPr/>
                    <a:lstStyle/>
                    <a:p>
                      <a:pPr algn="ctr"/>
                      <a:r>
                        <a:rPr sz="1400" b="0">
                          <a:solidFill>
                            <a:srgbClr val="1D2939"/>
                          </a:solidFill>
                          <a:latin typeface="Arial"/>
                        </a:rPr>
                        <a:t>0,458</a:t>
                      </a:r>
                    </a:p>
                  </a:txBody>
                  <a:tcPr marT="18288" marB="18288" anchor="ctr">
                    <a:lnL w="9525">
                      <a:solidFill>
                        <a:srgbClr val="D3D7DD"/>
                      </a:solidFill>
                    </a:lnL>
                    <a:lnR w="9525">
                      <a:solidFill>
                        <a:srgbClr val="D3D7DD"/>
                      </a:solidFill>
                    </a:lnR>
                    <a:lnT w="9525">
                      <a:solidFill>
                        <a:srgbClr val="D3D7DD"/>
                      </a:solidFill>
                    </a:lnT>
                    <a:lnB w="9525">
                      <a:solidFill>
                        <a:srgbClr val="D3D7DD"/>
                      </a:solidFill>
                    </a:lnB>
                    <a:solidFill>
                      <a:srgbClr val="FFFFFF"/>
                    </a:solidFill>
                  </a:tcPr>
                </a:tc>
                <a:extLst>
                  <a:ext uri="{0D108BD9-81ED-4DB2-BD59-A6C34878D82A}">
                    <a16:rowId xmlns:a16="http://schemas.microsoft.com/office/drawing/2014/main" val="10007"/>
                  </a:ext>
                </a:extLst>
              </a:tr>
              <a:tr h="429768">
                <a:tc>
                  <a:txBody>
                    <a:bodyPr/>
                    <a:lstStyle/>
                    <a:p>
                      <a:pPr algn="l"/>
                      <a:endParaRPr/>
                    </a:p>
                  </a:txBody>
                  <a:tcPr marT="18288" marB="18288" anchor="ctr">
                    <a:lnL w="9525">
                      <a:solidFill>
                        <a:srgbClr val="D3D7DD"/>
                      </a:solidFill>
                    </a:lnL>
                    <a:lnR w="9525">
                      <a:solidFill>
                        <a:srgbClr val="D3D7DD"/>
                      </a:solidFill>
                    </a:lnR>
                    <a:lnT w="9525">
                      <a:solidFill>
                        <a:srgbClr val="D3D7DD"/>
                      </a:solidFill>
                    </a:lnT>
                    <a:lnB w="9525">
                      <a:solidFill>
                        <a:srgbClr val="D3D7DD"/>
                      </a:solidFill>
                    </a:lnB>
                    <a:solidFill>
                      <a:srgbClr val="F1F3F6"/>
                    </a:solidFill>
                  </a:tcPr>
                </a:tc>
                <a:tc>
                  <a:txBody>
                    <a:bodyPr/>
                    <a:lstStyle/>
                    <a:p>
                      <a:pPr algn="l"/>
                      <a:r>
                        <a:rPr sz="1400" b="0">
                          <a:solidFill>
                            <a:srgbClr val="1D2939"/>
                          </a:solidFill>
                          <a:latin typeface="Arial"/>
                        </a:rPr>
                        <a:t>Train 20 epoch thay vì 10</a:t>
                      </a:r>
                    </a:p>
                  </a:txBody>
                  <a:tcPr marT="18288" marB="18288" anchor="ctr">
                    <a:lnL w="9525">
                      <a:solidFill>
                        <a:srgbClr val="D3D7DD"/>
                      </a:solidFill>
                    </a:lnL>
                    <a:lnR w="9525">
                      <a:solidFill>
                        <a:srgbClr val="D3D7DD"/>
                      </a:solidFill>
                    </a:lnR>
                    <a:lnT w="9525">
                      <a:solidFill>
                        <a:srgbClr val="D3D7DD"/>
                      </a:solidFill>
                    </a:lnT>
                    <a:lnB w="9525">
                      <a:solidFill>
                        <a:srgbClr val="D3D7DD"/>
                      </a:solidFill>
                    </a:lnB>
                    <a:solidFill>
                      <a:srgbClr val="F1F3F6"/>
                    </a:solidFill>
                  </a:tcPr>
                </a:tc>
                <a:tc>
                  <a:txBody>
                    <a:bodyPr/>
                    <a:lstStyle/>
                    <a:p>
                      <a:pPr algn="ctr"/>
                      <a:r>
                        <a:rPr sz="1400" b="0">
                          <a:solidFill>
                            <a:srgbClr val="1D2939"/>
                          </a:solidFill>
                          <a:latin typeface="Arial"/>
                        </a:rPr>
                        <a:t>0,768</a:t>
                      </a:r>
                    </a:p>
                  </a:txBody>
                  <a:tcPr marT="18288" marB="18288" anchor="ctr">
                    <a:lnL w="9525">
                      <a:solidFill>
                        <a:srgbClr val="D3D7DD"/>
                      </a:solidFill>
                    </a:lnL>
                    <a:lnR w="9525">
                      <a:solidFill>
                        <a:srgbClr val="D3D7DD"/>
                      </a:solidFill>
                    </a:lnR>
                    <a:lnT w="9525">
                      <a:solidFill>
                        <a:srgbClr val="D3D7DD"/>
                      </a:solidFill>
                    </a:lnT>
                    <a:lnB w="9525">
                      <a:solidFill>
                        <a:srgbClr val="D3D7DD"/>
                      </a:solidFill>
                    </a:lnB>
                    <a:solidFill>
                      <a:srgbClr val="F1F3F6"/>
                    </a:solidFill>
                  </a:tcPr>
                </a:tc>
                <a:tc>
                  <a:txBody>
                    <a:bodyPr/>
                    <a:lstStyle/>
                    <a:p>
                      <a:pPr algn="ctr"/>
                      <a:r>
                        <a:rPr sz="1400" b="0">
                          <a:solidFill>
                            <a:srgbClr val="00A95C"/>
                          </a:solidFill>
                          <a:latin typeface="Arial"/>
                        </a:rPr>
                        <a:t>+0,016</a:t>
                      </a:r>
                    </a:p>
                  </a:txBody>
                  <a:tcPr marT="18288" marB="18288" anchor="ctr">
                    <a:lnL w="9525">
                      <a:solidFill>
                        <a:srgbClr val="D3D7DD"/>
                      </a:solidFill>
                    </a:lnL>
                    <a:lnR w="9525">
                      <a:solidFill>
                        <a:srgbClr val="D3D7DD"/>
                      </a:solidFill>
                    </a:lnR>
                    <a:lnT w="9525">
                      <a:solidFill>
                        <a:srgbClr val="D3D7DD"/>
                      </a:solidFill>
                    </a:lnT>
                    <a:lnB w="9525">
                      <a:solidFill>
                        <a:srgbClr val="D3D7DD"/>
                      </a:solidFill>
                    </a:lnB>
                    <a:solidFill>
                      <a:srgbClr val="F1F3F6"/>
                    </a:solidFill>
                  </a:tcPr>
                </a:tc>
                <a:tc>
                  <a:txBody>
                    <a:bodyPr/>
                    <a:lstStyle/>
                    <a:p>
                      <a:pPr algn="ctr"/>
                      <a:r>
                        <a:rPr sz="1400" b="0" dirty="0">
                          <a:solidFill>
                            <a:srgbClr val="1D2939"/>
                          </a:solidFill>
                          <a:latin typeface="Arial"/>
                        </a:rPr>
                        <a:t>0,402</a:t>
                      </a:r>
                    </a:p>
                  </a:txBody>
                  <a:tcPr marT="18288" marB="18288" anchor="ctr">
                    <a:lnL w="9525">
                      <a:solidFill>
                        <a:srgbClr val="D3D7DD"/>
                      </a:solidFill>
                    </a:lnL>
                    <a:lnR w="9525">
                      <a:solidFill>
                        <a:srgbClr val="D3D7DD"/>
                      </a:solidFill>
                    </a:lnR>
                    <a:lnT w="9525">
                      <a:solidFill>
                        <a:srgbClr val="D3D7DD"/>
                      </a:solidFill>
                    </a:lnT>
                    <a:lnB w="9525">
                      <a:solidFill>
                        <a:srgbClr val="D3D7DD"/>
                      </a:solidFill>
                    </a:lnB>
                    <a:solidFill>
                      <a:srgbClr val="F1F3F6"/>
                    </a:solid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6072" y="9144"/>
            <a:ext cx="9144000" cy="676656"/>
          </a:xfrm>
        </p:spPr>
        <p:txBody>
          <a:bodyPr anchor="ctr"/>
          <a:lstStyle/>
          <a:p>
            <a:r>
              <a:rPr sz="2400" b="1">
                <a:solidFill>
                  <a:srgbClr val="FFFFFF"/>
                </a:solidFill>
                <a:latin typeface="Arial"/>
              </a:rPr>
              <a:t>Từ mô hình huấn luyện đến mô hình edge</a:t>
            </a:r>
          </a:p>
        </p:txBody>
      </p:sp>
      <p:sp>
        <p:nvSpPr>
          <p:cNvPr id="6" name="Slide Number Placeholder 5"/>
          <p:cNvSpPr>
            <a:spLocks noGrp="1"/>
          </p:cNvSpPr>
          <p:nvPr>
            <p:ph type="sldNum" sz="quarter" idx="12"/>
          </p:nvPr>
        </p:nvSpPr>
        <p:spPr>
          <a:xfrm>
            <a:off x="9338569" y="6414022"/>
            <a:ext cx="2743200" cy="365125"/>
          </a:xfrm>
        </p:spPr>
        <p:txBody>
          <a:bodyPr/>
          <a:lstStyle>
            <a:lvl1pPr>
              <a:defRPr>
                <a:latin typeface="Times New Roman" panose="02020603050405020304" pitchFamily="18" charset="0"/>
                <a:cs typeface="Times New Roman" panose="02020603050405020304" pitchFamily="18" charset="0"/>
              </a:defRPr>
            </a:lvl1pPr>
          </a:lstStyle>
          <a:p>
            <a:fld id="{61747C95-3AE6-4FC3-BEF5-3AF60B1E4490}" type="slidenum">
              <a:rPr lang="en-US" sz="1400">
                <a:solidFill>
                  <a:srgbClr val="000000"/>
                </a:solidFill>
                <a:latin typeface="Arial"/>
              </a:rPr>
              <a:t>10</a:t>
            </a:fld>
            <a:endParaRPr lang="en-US"/>
          </a:p>
        </p:txBody>
      </p:sp>
      <p:sp>
        <p:nvSpPr>
          <p:cNvPr id="7" name="Rounded Rectangle 6"/>
          <p:cNvSpPr/>
          <p:nvPr/>
        </p:nvSpPr>
        <p:spPr>
          <a:xfrm>
            <a:off x="576072" y="1051560"/>
            <a:ext cx="2542032" cy="2926080"/>
          </a:xfrm>
          <a:prstGeom prst="roundRect">
            <a:avLst>
              <a:gd name="adj" fmla="val 12000"/>
            </a:avLst>
          </a:prstGeom>
          <a:solidFill>
            <a:srgbClr val="FFFFFF"/>
          </a:solidFill>
          <a:ln w="15875">
            <a:solidFill>
              <a:srgbClr val="D3D7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12064" y="1207007"/>
            <a:ext cx="91440" cy="2615184"/>
          </a:xfrm>
          <a:prstGeom prst="rect">
            <a:avLst/>
          </a:prstGeom>
          <a:solidFill>
            <a:srgbClr val="00A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77240" y="1188720"/>
            <a:ext cx="2194560" cy="640080"/>
          </a:xfrm>
          <a:prstGeom prst="rect">
            <a:avLst/>
          </a:prstGeom>
          <a:noFill/>
        </p:spPr>
        <p:txBody>
          <a:bodyPr wrap="square" lIns="0" tIns="0" rIns="0" bIns="0" anchor="t">
            <a:spAutoFit/>
          </a:bodyPr>
          <a:lstStyle/>
          <a:p>
            <a:pPr algn="l">
              <a:spcAft>
                <a:spcPts val="600"/>
              </a:spcAft>
            </a:pPr>
            <a:r>
              <a:rPr sz="1700" b="1" i="0">
                <a:solidFill>
                  <a:srgbClr val="1D2939"/>
                </a:solidFill>
                <a:latin typeface="Arial"/>
              </a:rPr>
              <a:t>Mô hình huấn luyện</a:t>
            </a:r>
          </a:p>
        </p:txBody>
      </p:sp>
      <p:sp>
        <p:nvSpPr>
          <p:cNvPr id="10" name="TextBox 9"/>
          <p:cNvSpPr txBox="1"/>
          <p:nvPr/>
        </p:nvSpPr>
        <p:spPr>
          <a:xfrm>
            <a:off x="777240" y="1920240"/>
            <a:ext cx="2194560" cy="822960"/>
          </a:xfrm>
          <a:prstGeom prst="rect">
            <a:avLst/>
          </a:prstGeom>
          <a:noFill/>
        </p:spPr>
        <p:txBody>
          <a:bodyPr wrap="square" lIns="0" tIns="0" rIns="0" bIns="0" anchor="t">
            <a:spAutoFit/>
          </a:bodyPr>
          <a:lstStyle/>
          <a:p>
            <a:pPr algn="l">
              <a:spcAft>
                <a:spcPts val="600"/>
              </a:spcAft>
            </a:pPr>
            <a:r>
              <a:rPr sz="1400" b="0" i="0">
                <a:solidFill>
                  <a:srgbClr val="474F67"/>
                </a:solidFill>
                <a:latin typeface="Arial"/>
              </a:rPr>
              <a:t>Số thực 32 bit (FP32), chạy trên GPU</a:t>
            </a:r>
          </a:p>
        </p:txBody>
      </p:sp>
      <p:sp>
        <p:nvSpPr>
          <p:cNvPr id="12" name="Right Arrow 11"/>
          <p:cNvSpPr/>
          <p:nvPr/>
        </p:nvSpPr>
        <p:spPr>
          <a:xfrm>
            <a:off x="3136391" y="2286000"/>
            <a:ext cx="274320" cy="365760"/>
          </a:xfrm>
          <a:prstGeom prst="rightArrow">
            <a:avLst/>
          </a:prstGeom>
          <a:solidFill>
            <a:srgbClr val="00A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3438144" y="1051560"/>
            <a:ext cx="2542032" cy="2926080"/>
          </a:xfrm>
          <a:prstGeom prst="roundRect">
            <a:avLst>
              <a:gd name="adj" fmla="val 12000"/>
            </a:avLst>
          </a:prstGeom>
          <a:solidFill>
            <a:srgbClr val="FFFFFF"/>
          </a:solidFill>
          <a:ln w="15875">
            <a:solidFill>
              <a:srgbClr val="D3D7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3374136" y="1207007"/>
            <a:ext cx="91440" cy="2615184"/>
          </a:xfrm>
          <a:prstGeom prst="rect">
            <a:avLst/>
          </a:prstGeom>
          <a:solidFill>
            <a:srgbClr val="F586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639312" y="1188720"/>
            <a:ext cx="2194560" cy="640080"/>
          </a:xfrm>
          <a:prstGeom prst="rect">
            <a:avLst/>
          </a:prstGeom>
          <a:noFill/>
        </p:spPr>
        <p:txBody>
          <a:bodyPr wrap="square" lIns="0" tIns="0" rIns="0" bIns="0" anchor="t">
            <a:spAutoFit/>
          </a:bodyPr>
          <a:lstStyle/>
          <a:p>
            <a:pPr algn="l">
              <a:spcAft>
                <a:spcPts val="600"/>
              </a:spcAft>
            </a:pPr>
            <a:r>
              <a:rPr sz="1700" b="1" i="0">
                <a:solidFill>
                  <a:srgbClr val="1D2939"/>
                </a:solidFill>
                <a:latin typeface="Arial"/>
              </a:rPr>
              <a:t>Chọn mô hình nhỏ</a:t>
            </a:r>
          </a:p>
        </p:txBody>
      </p:sp>
      <p:sp>
        <p:nvSpPr>
          <p:cNvPr id="16" name="TextBox 15"/>
          <p:cNvSpPr txBox="1"/>
          <p:nvPr/>
        </p:nvSpPr>
        <p:spPr>
          <a:xfrm>
            <a:off x="3639312" y="1920240"/>
            <a:ext cx="2194560" cy="822960"/>
          </a:xfrm>
          <a:prstGeom prst="rect">
            <a:avLst/>
          </a:prstGeom>
          <a:noFill/>
        </p:spPr>
        <p:txBody>
          <a:bodyPr wrap="square" lIns="0" tIns="0" rIns="0" bIns="0" anchor="t">
            <a:spAutoFit/>
          </a:bodyPr>
          <a:lstStyle/>
          <a:p>
            <a:pPr algn="l">
              <a:spcAft>
                <a:spcPts val="600"/>
              </a:spcAft>
            </a:pPr>
            <a:r>
              <a:rPr sz="1400" b="0" i="0">
                <a:solidFill>
                  <a:srgbClr val="474F67"/>
                </a:solidFill>
                <a:latin typeface="Arial"/>
              </a:rPr>
              <a:t>Ít tham số, ít phép tính</a:t>
            </a:r>
          </a:p>
        </p:txBody>
      </p:sp>
      <p:sp>
        <p:nvSpPr>
          <p:cNvPr id="18" name="Right Arrow 17"/>
          <p:cNvSpPr/>
          <p:nvPr/>
        </p:nvSpPr>
        <p:spPr>
          <a:xfrm>
            <a:off x="5998464" y="2286000"/>
            <a:ext cx="274320" cy="365760"/>
          </a:xfrm>
          <a:prstGeom prst="rightArrow">
            <a:avLst/>
          </a:prstGeom>
          <a:solidFill>
            <a:srgbClr val="00A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6300216" y="1051560"/>
            <a:ext cx="2542032" cy="2926080"/>
          </a:xfrm>
          <a:prstGeom prst="roundRect">
            <a:avLst>
              <a:gd name="adj" fmla="val 12000"/>
            </a:avLst>
          </a:prstGeom>
          <a:solidFill>
            <a:srgbClr val="FFFFFF"/>
          </a:solidFill>
          <a:ln w="15875">
            <a:solidFill>
              <a:srgbClr val="D3D7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6236207" y="1207007"/>
            <a:ext cx="91440" cy="2615184"/>
          </a:xfrm>
          <a:prstGeom prst="rect">
            <a:avLst/>
          </a:prstGeom>
          <a:solidFill>
            <a:srgbClr val="F586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501383" y="1188720"/>
            <a:ext cx="2194560" cy="640080"/>
          </a:xfrm>
          <a:prstGeom prst="rect">
            <a:avLst/>
          </a:prstGeom>
          <a:noFill/>
        </p:spPr>
        <p:txBody>
          <a:bodyPr wrap="square" lIns="0" tIns="0" rIns="0" bIns="0" anchor="t">
            <a:spAutoFit/>
          </a:bodyPr>
          <a:lstStyle/>
          <a:p>
            <a:pPr algn="l">
              <a:spcAft>
                <a:spcPts val="600"/>
              </a:spcAft>
            </a:pPr>
            <a:r>
              <a:rPr sz="1700" b="1" i="0">
                <a:solidFill>
                  <a:srgbClr val="1D2939"/>
                </a:solidFill>
                <a:latin typeface="Arial"/>
              </a:rPr>
              <a:t>Lượng tử hoá INT8</a:t>
            </a:r>
          </a:p>
        </p:txBody>
      </p:sp>
      <p:sp>
        <p:nvSpPr>
          <p:cNvPr id="22" name="TextBox 21"/>
          <p:cNvSpPr txBox="1"/>
          <p:nvPr/>
        </p:nvSpPr>
        <p:spPr>
          <a:xfrm>
            <a:off x="6501383" y="1920240"/>
            <a:ext cx="2194560" cy="822960"/>
          </a:xfrm>
          <a:prstGeom prst="rect">
            <a:avLst/>
          </a:prstGeom>
          <a:noFill/>
        </p:spPr>
        <p:txBody>
          <a:bodyPr wrap="square" lIns="0" tIns="0" rIns="0" bIns="0" anchor="t">
            <a:spAutoFit/>
          </a:bodyPr>
          <a:lstStyle/>
          <a:p>
            <a:pPr algn="l">
              <a:spcAft>
                <a:spcPts val="600"/>
              </a:spcAft>
            </a:pPr>
            <a:r>
              <a:rPr sz="1400" b="0" i="0">
                <a:solidFill>
                  <a:srgbClr val="474F67"/>
                </a:solidFill>
                <a:latin typeface="Arial"/>
              </a:rPr>
              <a:t>Số nguyên 8 bit: nhỏ hơn khoảng 4 lần</a:t>
            </a:r>
          </a:p>
        </p:txBody>
      </p:sp>
      <p:sp>
        <p:nvSpPr>
          <p:cNvPr id="24" name="Right Arrow 23"/>
          <p:cNvSpPr/>
          <p:nvPr/>
        </p:nvSpPr>
        <p:spPr>
          <a:xfrm>
            <a:off x="8860536" y="2286000"/>
            <a:ext cx="274320" cy="365760"/>
          </a:xfrm>
          <a:prstGeom prst="rightArrow">
            <a:avLst/>
          </a:prstGeom>
          <a:solidFill>
            <a:srgbClr val="00A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ounded Rectangle 24"/>
          <p:cNvSpPr/>
          <p:nvPr/>
        </p:nvSpPr>
        <p:spPr>
          <a:xfrm>
            <a:off x="9162288" y="1051560"/>
            <a:ext cx="2542032" cy="2926080"/>
          </a:xfrm>
          <a:prstGeom prst="roundRect">
            <a:avLst>
              <a:gd name="adj" fmla="val 12000"/>
            </a:avLst>
          </a:prstGeom>
          <a:solidFill>
            <a:srgbClr val="FFFFFF"/>
          </a:solidFill>
          <a:ln w="15875">
            <a:solidFill>
              <a:srgbClr val="D3D7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9098280" y="1207007"/>
            <a:ext cx="91440" cy="2615184"/>
          </a:xfrm>
          <a:prstGeom prst="rect">
            <a:avLst/>
          </a:prstGeom>
          <a:solidFill>
            <a:srgbClr val="F567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9363456" y="1188720"/>
            <a:ext cx="2194560" cy="640080"/>
          </a:xfrm>
          <a:prstGeom prst="rect">
            <a:avLst/>
          </a:prstGeom>
          <a:noFill/>
        </p:spPr>
        <p:txBody>
          <a:bodyPr wrap="square" lIns="0" tIns="0" rIns="0" bIns="0" anchor="t">
            <a:spAutoFit/>
          </a:bodyPr>
          <a:lstStyle/>
          <a:p>
            <a:pPr algn="l">
              <a:spcAft>
                <a:spcPts val="600"/>
              </a:spcAft>
            </a:pPr>
            <a:r>
              <a:rPr sz="1700" b="1" i="0">
                <a:solidFill>
                  <a:srgbClr val="1D2939"/>
                </a:solidFill>
                <a:latin typeface="Arial"/>
              </a:rPr>
              <a:t>Chạy trên chip edge</a:t>
            </a:r>
          </a:p>
        </p:txBody>
      </p:sp>
      <p:sp>
        <p:nvSpPr>
          <p:cNvPr id="28" name="TextBox 27"/>
          <p:cNvSpPr txBox="1"/>
          <p:nvPr/>
        </p:nvSpPr>
        <p:spPr>
          <a:xfrm>
            <a:off x="9363456" y="1920240"/>
            <a:ext cx="2194560" cy="822960"/>
          </a:xfrm>
          <a:prstGeom prst="rect">
            <a:avLst/>
          </a:prstGeom>
          <a:noFill/>
        </p:spPr>
        <p:txBody>
          <a:bodyPr wrap="square" lIns="0" tIns="0" rIns="0" bIns="0" anchor="t">
            <a:spAutoFit/>
          </a:bodyPr>
          <a:lstStyle/>
          <a:p>
            <a:pPr algn="l">
              <a:spcAft>
                <a:spcPts val="600"/>
              </a:spcAft>
            </a:pPr>
            <a:r>
              <a:rPr sz="1400" b="0" i="0">
                <a:solidFill>
                  <a:srgbClr val="474F67"/>
                </a:solidFill>
                <a:latin typeface="Arial"/>
              </a:rPr>
              <a:t>Phép toán và kích thước ảnh bị giới hạn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6072" y="9144"/>
            <a:ext cx="9144000" cy="676656"/>
          </a:xfrm>
        </p:spPr>
        <p:txBody>
          <a:bodyPr anchor="ctr"/>
          <a:lstStyle/>
          <a:p>
            <a:r>
              <a:rPr sz="2400" b="1" dirty="0" err="1">
                <a:solidFill>
                  <a:srgbClr val="FFFFFF"/>
                </a:solidFill>
                <a:latin typeface="Arial"/>
              </a:rPr>
              <a:t>Kết</a:t>
            </a:r>
            <a:r>
              <a:rPr sz="2400" b="1" dirty="0">
                <a:solidFill>
                  <a:srgbClr val="FFFFFF"/>
                </a:solidFill>
                <a:latin typeface="Arial"/>
              </a:rPr>
              <a:t> </a:t>
            </a:r>
            <a:r>
              <a:rPr sz="2400" b="1" dirty="0" err="1">
                <a:solidFill>
                  <a:srgbClr val="FFFFFF"/>
                </a:solidFill>
                <a:latin typeface="Arial"/>
              </a:rPr>
              <a:t>quả</a:t>
            </a:r>
            <a:r>
              <a:rPr sz="2400" b="1" dirty="0">
                <a:solidFill>
                  <a:srgbClr val="FFFFFF"/>
                </a:solidFill>
                <a:latin typeface="Arial"/>
              </a:rPr>
              <a:t> INT8</a:t>
            </a:r>
          </a:p>
        </p:txBody>
      </p:sp>
      <p:sp>
        <p:nvSpPr>
          <p:cNvPr id="6" name="Slide Number Placeholder 5"/>
          <p:cNvSpPr>
            <a:spLocks noGrp="1"/>
          </p:cNvSpPr>
          <p:nvPr>
            <p:ph type="sldNum" sz="quarter" idx="12"/>
          </p:nvPr>
        </p:nvSpPr>
        <p:spPr>
          <a:xfrm>
            <a:off x="9338569" y="6414022"/>
            <a:ext cx="2743200" cy="365125"/>
          </a:xfrm>
        </p:spPr>
        <p:txBody>
          <a:bodyPr/>
          <a:lstStyle>
            <a:lvl1pPr>
              <a:defRPr>
                <a:latin typeface="Times New Roman" panose="02020603050405020304" pitchFamily="18" charset="0"/>
                <a:cs typeface="Times New Roman" panose="02020603050405020304" pitchFamily="18" charset="0"/>
              </a:defRPr>
            </a:lvl1pPr>
          </a:lstStyle>
          <a:p>
            <a:fld id="{61747C95-3AE6-4FC3-BEF5-3AF60B1E4490}" type="slidenum">
              <a:rPr lang="en-US" sz="1400">
                <a:solidFill>
                  <a:srgbClr val="000000"/>
                </a:solidFill>
                <a:latin typeface="Arial"/>
              </a:rPr>
              <a:t>11</a:t>
            </a:fld>
            <a:endParaRPr lang="en-US"/>
          </a:p>
        </p:txBody>
      </p:sp>
      <p:graphicFrame>
        <p:nvGraphicFramePr>
          <p:cNvPr id="12" name="Chart 11"/>
          <p:cNvGraphicFramePr>
            <a:graphicFrameLocks noGrp="1"/>
          </p:cNvGraphicFramePr>
          <p:nvPr>
            <p:extLst>
              <p:ext uri="{D42A27DB-BD31-4B8C-83A1-F6EECF244321}">
                <p14:modId xmlns:p14="http://schemas.microsoft.com/office/powerpoint/2010/main" val="999245732"/>
              </p:ext>
            </p:extLst>
          </p:nvPr>
        </p:nvGraphicFramePr>
        <p:xfrm>
          <a:off x="576071" y="914400"/>
          <a:ext cx="10759037" cy="4663440"/>
        </p:xfrm>
        <a:graphic>
          <a:graphicData uri="http://schemas.openxmlformats.org/drawingml/2006/chart">
            <c:chart xmlns:c="http://schemas.openxmlformats.org/drawingml/2006/chart" xmlns:r="http://schemas.openxmlformats.org/officeDocument/2006/relationships" r:id="rId3"/>
          </a:graphicData>
        </a:graphic>
      </p:graphicFrame>
      <p:sp>
        <p:nvSpPr>
          <p:cNvPr id="14" name="TextBox 13"/>
          <p:cNvSpPr txBox="1"/>
          <p:nvPr/>
        </p:nvSpPr>
        <p:spPr>
          <a:xfrm>
            <a:off x="576072" y="5669280"/>
            <a:ext cx="11064240" cy="365760"/>
          </a:xfrm>
          <a:prstGeom prst="rect">
            <a:avLst/>
          </a:prstGeom>
          <a:noFill/>
        </p:spPr>
        <p:txBody>
          <a:bodyPr wrap="square" lIns="0" tIns="0" rIns="0" bIns="0" anchor="t">
            <a:spAutoFit/>
          </a:bodyPr>
          <a:lstStyle/>
          <a:p>
            <a:pPr algn="l">
              <a:spcAft>
                <a:spcPts val="600"/>
              </a:spcAft>
            </a:pPr>
            <a:r>
              <a:rPr sz="1200" b="0" i="1" dirty="0">
                <a:solidFill>
                  <a:srgbClr val="8A93A6"/>
                </a:solidFill>
                <a:latin typeface="Arial"/>
              </a:rPr>
              <a:t>Test 2.581 </a:t>
            </a:r>
            <a:r>
              <a:rPr sz="1200" b="0" i="1" dirty="0" err="1">
                <a:solidFill>
                  <a:srgbClr val="8A93A6"/>
                </a:solidFill>
                <a:latin typeface="Arial"/>
              </a:rPr>
              <a:t>ảnh</a:t>
            </a:r>
            <a:r>
              <a:rPr sz="1200" b="0" i="1" dirty="0">
                <a:solidFill>
                  <a:srgbClr val="8A93A6"/>
                </a:solidFill>
                <a:latin typeface="Arial"/>
              </a:rPr>
              <a:t>, ONNX Runtime, CPU </a:t>
            </a:r>
            <a:r>
              <a:rPr sz="1200" b="0" i="1" dirty="0" err="1">
                <a:solidFill>
                  <a:srgbClr val="8A93A6"/>
                </a:solidFill>
                <a:latin typeface="Arial"/>
              </a:rPr>
              <a:t>máy</a:t>
            </a:r>
            <a:r>
              <a:rPr sz="1200" b="0" i="1" dirty="0">
                <a:solidFill>
                  <a:srgbClr val="8A93A6"/>
                </a:solidFill>
                <a:latin typeface="Arial"/>
              </a:rPr>
              <a:t> </a:t>
            </a:r>
            <a:r>
              <a:rPr sz="1200" b="0" i="1" dirty="0" err="1">
                <a:solidFill>
                  <a:srgbClr val="8A93A6"/>
                </a:solidFill>
                <a:latin typeface="Arial"/>
              </a:rPr>
              <a:t>tính</a:t>
            </a:r>
            <a:r>
              <a:rPr sz="1200" b="0" i="1" dirty="0">
                <a:solidFill>
                  <a:srgbClr val="8A93A6"/>
                </a:solidFill>
                <a:latin typeface="Arial"/>
              </a:rPr>
              <a:t> 1 </a:t>
            </a:r>
            <a:r>
              <a:rPr sz="1200" b="0" i="1" dirty="0" err="1">
                <a:solidFill>
                  <a:srgbClr val="8A93A6"/>
                </a:solidFill>
                <a:latin typeface="Arial"/>
              </a:rPr>
              <a:t>luồng</a:t>
            </a:r>
            <a:r>
              <a:rPr sz="1200" b="0" i="1" dirty="0">
                <a:solidFill>
                  <a:srgbClr val="8A93A6"/>
                </a:solidFill>
                <a:latin typeface="Arial"/>
              </a:rPr>
              <a:t>. MobileNetV3-S </a:t>
            </a:r>
            <a:r>
              <a:rPr sz="1200" b="0" i="1" dirty="0" err="1">
                <a:solidFill>
                  <a:srgbClr val="8A93A6"/>
                </a:solidFill>
                <a:latin typeface="Arial"/>
              </a:rPr>
              <a:t>đo</a:t>
            </a:r>
            <a:r>
              <a:rPr sz="1200" b="0" i="1" dirty="0">
                <a:solidFill>
                  <a:srgbClr val="8A93A6"/>
                </a:solidFill>
                <a:latin typeface="Arial"/>
              </a:rPr>
              <a:t> </a:t>
            </a:r>
            <a:r>
              <a:rPr sz="1200" b="0" i="1" dirty="0" err="1">
                <a:solidFill>
                  <a:srgbClr val="8A93A6"/>
                </a:solidFill>
                <a:latin typeface="Arial"/>
              </a:rPr>
              <a:t>trên</a:t>
            </a:r>
            <a:r>
              <a:rPr sz="1200" b="0" i="1" dirty="0">
                <a:solidFill>
                  <a:srgbClr val="8A93A6"/>
                </a:solidFill>
                <a:latin typeface="Arial"/>
              </a:rPr>
              <a:t> run mnv3_lr3e-3.</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6072" y="9144"/>
            <a:ext cx="9144000" cy="676656"/>
          </a:xfrm>
        </p:spPr>
        <p:txBody>
          <a:bodyPr anchor="ctr"/>
          <a:lstStyle/>
          <a:p>
            <a:r>
              <a:rPr sz="2400" b="1" dirty="0" err="1">
                <a:solidFill>
                  <a:srgbClr val="FFFFFF"/>
                </a:solidFill>
                <a:latin typeface="Arial"/>
              </a:rPr>
              <a:t>Chọn</a:t>
            </a:r>
            <a:r>
              <a:rPr sz="2400" b="1" dirty="0">
                <a:solidFill>
                  <a:srgbClr val="FFFFFF"/>
                </a:solidFill>
                <a:latin typeface="Arial"/>
              </a:rPr>
              <a:t> </a:t>
            </a:r>
            <a:r>
              <a:rPr sz="2400" b="1" dirty="0" err="1">
                <a:solidFill>
                  <a:srgbClr val="FFFFFF"/>
                </a:solidFill>
                <a:latin typeface="Arial"/>
              </a:rPr>
              <a:t>mô</a:t>
            </a:r>
            <a:r>
              <a:rPr sz="2400" b="1" dirty="0">
                <a:solidFill>
                  <a:srgbClr val="FFFFFF"/>
                </a:solidFill>
                <a:latin typeface="Arial"/>
              </a:rPr>
              <a:t> </a:t>
            </a:r>
            <a:r>
              <a:rPr sz="2400" b="1" dirty="0" err="1">
                <a:solidFill>
                  <a:srgbClr val="FFFFFF"/>
                </a:solidFill>
                <a:latin typeface="Arial"/>
              </a:rPr>
              <a:t>hình</a:t>
            </a:r>
            <a:r>
              <a:rPr sz="2400" b="1" dirty="0">
                <a:solidFill>
                  <a:srgbClr val="FFFFFF"/>
                </a:solidFill>
                <a:latin typeface="Arial"/>
              </a:rPr>
              <a:t> </a:t>
            </a:r>
            <a:r>
              <a:rPr sz="2400" b="1" dirty="0" err="1">
                <a:solidFill>
                  <a:srgbClr val="FFFFFF"/>
                </a:solidFill>
                <a:latin typeface="Arial"/>
              </a:rPr>
              <a:t>cho</a:t>
            </a:r>
            <a:r>
              <a:rPr sz="2400" b="1" dirty="0">
                <a:solidFill>
                  <a:srgbClr val="FFFFFF"/>
                </a:solidFill>
                <a:latin typeface="Arial"/>
              </a:rPr>
              <a:t> edge</a:t>
            </a:r>
          </a:p>
        </p:txBody>
      </p:sp>
      <p:sp>
        <p:nvSpPr>
          <p:cNvPr id="6" name="Slide Number Placeholder 5"/>
          <p:cNvSpPr>
            <a:spLocks noGrp="1"/>
          </p:cNvSpPr>
          <p:nvPr>
            <p:ph type="sldNum" sz="quarter" idx="12"/>
          </p:nvPr>
        </p:nvSpPr>
        <p:spPr>
          <a:xfrm>
            <a:off x="9338569" y="6414022"/>
            <a:ext cx="2743200" cy="365125"/>
          </a:xfrm>
        </p:spPr>
        <p:txBody>
          <a:bodyPr/>
          <a:lstStyle>
            <a:lvl1pPr>
              <a:defRPr>
                <a:latin typeface="Times New Roman" panose="02020603050405020304" pitchFamily="18" charset="0"/>
                <a:cs typeface="Times New Roman" panose="02020603050405020304" pitchFamily="18" charset="0"/>
              </a:defRPr>
            </a:lvl1pPr>
          </a:lstStyle>
          <a:p>
            <a:fld id="{61747C95-3AE6-4FC3-BEF5-3AF60B1E4490}" type="slidenum">
              <a:rPr lang="en-US" sz="1400">
                <a:solidFill>
                  <a:srgbClr val="000000"/>
                </a:solidFill>
                <a:latin typeface="Arial"/>
              </a:rPr>
              <a:t>12</a:t>
            </a:fld>
            <a:endParaRPr lang="en-US"/>
          </a:p>
        </p:txBody>
      </p:sp>
      <p:graphicFrame>
        <p:nvGraphicFramePr>
          <p:cNvPr id="7" name="Chart 6"/>
          <p:cNvGraphicFramePr>
            <a:graphicFrameLocks noGrp="1"/>
          </p:cNvGraphicFramePr>
          <p:nvPr/>
        </p:nvGraphicFramePr>
        <p:xfrm>
          <a:off x="576072" y="914400"/>
          <a:ext cx="7315200" cy="4754880"/>
        </p:xfrm>
        <a:graphic>
          <a:graphicData uri="http://schemas.openxmlformats.org/drawingml/2006/chart">
            <c:chart xmlns:c="http://schemas.openxmlformats.org/drawingml/2006/chart" xmlns:r="http://schemas.openxmlformats.org/officeDocument/2006/relationships" r:id="rId3"/>
          </a:graphicData>
        </a:graphic>
      </p:graphicFrame>
      <p:sp>
        <p:nvSpPr>
          <p:cNvPr id="8" name="Rounded Rectangle 7"/>
          <p:cNvSpPr/>
          <p:nvPr/>
        </p:nvSpPr>
        <p:spPr>
          <a:xfrm>
            <a:off x="8183879" y="914400"/>
            <a:ext cx="3456432" cy="4754880"/>
          </a:xfrm>
          <a:prstGeom prst="roundRect">
            <a:avLst>
              <a:gd name="adj" fmla="val 9259"/>
            </a:avLst>
          </a:prstGeom>
          <a:solidFill>
            <a:srgbClr val="FFFFFF"/>
          </a:solidFill>
          <a:ln w="15875">
            <a:solidFill>
              <a:srgbClr val="D3D7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8119871" y="1069848"/>
            <a:ext cx="91440" cy="4443984"/>
          </a:xfrm>
          <a:prstGeom prst="rect">
            <a:avLst/>
          </a:prstGeom>
          <a:solidFill>
            <a:srgbClr val="00A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412480" y="1051560"/>
            <a:ext cx="3108960" cy="2569934"/>
          </a:xfrm>
          <a:prstGeom prst="rect">
            <a:avLst/>
          </a:prstGeom>
          <a:noFill/>
        </p:spPr>
        <p:txBody>
          <a:bodyPr wrap="square" lIns="0" tIns="0" rIns="0" bIns="0" anchor="t">
            <a:spAutoFit/>
          </a:bodyPr>
          <a:lstStyle/>
          <a:p>
            <a:pPr algn="l">
              <a:spcAft>
                <a:spcPts val="600"/>
              </a:spcAft>
            </a:pPr>
            <a:r>
              <a:rPr sz="1800" b="1" i="0" dirty="0">
                <a:solidFill>
                  <a:srgbClr val="1D2939"/>
                </a:solidFill>
                <a:latin typeface="Arial"/>
              </a:rPr>
              <a:t>INT8 </a:t>
            </a:r>
            <a:r>
              <a:rPr sz="1800" b="1" i="0" dirty="0" err="1">
                <a:solidFill>
                  <a:srgbClr val="1D2939"/>
                </a:solidFill>
                <a:latin typeface="Arial"/>
              </a:rPr>
              <a:t>trên</a:t>
            </a:r>
            <a:r>
              <a:rPr sz="1800" b="1" i="0" dirty="0">
                <a:solidFill>
                  <a:srgbClr val="1D2939"/>
                </a:solidFill>
                <a:latin typeface="Arial"/>
              </a:rPr>
              <a:t> CPU</a:t>
            </a:r>
          </a:p>
          <a:p>
            <a:pPr algn="l">
              <a:spcAft>
                <a:spcPts val="600"/>
              </a:spcAft>
            </a:pPr>
            <a:r>
              <a:rPr sz="1500" b="1" i="0" dirty="0">
                <a:solidFill>
                  <a:srgbClr val="00A95C"/>
                </a:solidFill>
                <a:latin typeface="Arial"/>
              </a:rPr>
              <a:t>EfficientNet-Lite0</a:t>
            </a:r>
          </a:p>
          <a:p>
            <a:pPr algn="l">
              <a:spcAft>
                <a:spcPts val="600"/>
              </a:spcAft>
            </a:pPr>
            <a:r>
              <a:rPr sz="1400" b="0" i="0" dirty="0">
                <a:solidFill>
                  <a:srgbClr val="474F67"/>
                </a:solidFill>
                <a:latin typeface="Arial"/>
              </a:rPr>
              <a:t>195 FPS, 3,8 MB, F1 0,814</a:t>
            </a:r>
          </a:p>
          <a:p>
            <a:pPr algn="l">
              <a:spcAft>
                <a:spcPts val="600"/>
              </a:spcAft>
            </a:pPr>
            <a:r>
              <a:rPr sz="1500" b="1" i="0" dirty="0">
                <a:solidFill>
                  <a:srgbClr val="00A95C"/>
                </a:solidFill>
                <a:latin typeface="Arial"/>
              </a:rPr>
              <a:t>ResNet18</a:t>
            </a:r>
          </a:p>
          <a:p>
            <a:pPr algn="l">
              <a:spcAft>
                <a:spcPts val="600"/>
              </a:spcAft>
            </a:pPr>
            <a:r>
              <a:rPr sz="1400" b="0" i="0" dirty="0">
                <a:solidFill>
                  <a:srgbClr val="474F67"/>
                </a:solidFill>
                <a:latin typeface="Arial"/>
              </a:rPr>
              <a:t>108 FPS, 11,3 MB, F1 0,772</a:t>
            </a:r>
          </a:p>
          <a:p>
            <a:pPr algn="l">
              <a:spcAft>
                <a:spcPts val="600"/>
              </a:spcAft>
            </a:pPr>
            <a:r>
              <a:rPr sz="1500" b="1" i="0" dirty="0">
                <a:solidFill>
                  <a:srgbClr val="F56776"/>
                </a:solidFill>
                <a:latin typeface="Arial"/>
              </a:rPr>
              <a:t>MobileNetV3-Small</a:t>
            </a:r>
          </a:p>
          <a:p>
            <a:pPr algn="l">
              <a:spcAft>
                <a:spcPts val="600"/>
              </a:spcAft>
            </a:pPr>
            <a:r>
              <a:rPr sz="1400" b="0" i="0" dirty="0">
                <a:solidFill>
                  <a:srgbClr val="474F67"/>
                </a:solidFill>
                <a:latin typeface="Arial"/>
              </a:rPr>
              <a:t>435 FPS </a:t>
            </a:r>
            <a:r>
              <a:rPr sz="1400" b="0" i="0" dirty="0" err="1">
                <a:solidFill>
                  <a:srgbClr val="474F67"/>
                </a:solidFill>
                <a:latin typeface="Arial"/>
              </a:rPr>
              <a:t>nhưng</a:t>
            </a:r>
            <a:r>
              <a:rPr sz="1400" b="0" i="0" dirty="0">
                <a:solidFill>
                  <a:srgbClr val="474F67"/>
                </a:solidFill>
                <a:latin typeface="Arial"/>
              </a:rPr>
              <a:t> F1 0,144: </a:t>
            </a:r>
            <a:r>
              <a:rPr sz="1400" b="0" i="0" dirty="0" err="1">
                <a:solidFill>
                  <a:srgbClr val="474F67"/>
                </a:solidFill>
                <a:latin typeface="Arial"/>
              </a:rPr>
              <a:t>không</a:t>
            </a:r>
            <a:r>
              <a:rPr sz="1400" b="0" i="0" dirty="0">
                <a:solidFill>
                  <a:srgbClr val="474F67"/>
                </a:solidFill>
                <a:latin typeface="Arial"/>
              </a:rPr>
              <a:t> </a:t>
            </a:r>
            <a:r>
              <a:rPr sz="1400" b="0" i="0" dirty="0" err="1">
                <a:solidFill>
                  <a:srgbClr val="474F67"/>
                </a:solidFill>
                <a:latin typeface="Arial"/>
              </a:rPr>
              <a:t>dùng</a:t>
            </a:r>
            <a:r>
              <a:rPr sz="1400" b="0" i="0" dirty="0">
                <a:solidFill>
                  <a:srgbClr val="474F67"/>
                </a:solidFill>
                <a:latin typeface="Arial"/>
              </a:rPr>
              <a:t> </a:t>
            </a:r>
            <a:r>
              <a:rPr sz="1400" b="0" i="0" dirty="0" err="1">
                <a:solidFill>
                  <a:srgbClr val="474F67"/>
                </a:solidFill>
                <a:latin typeface="Arial"/>
              </a:rPr>
              <a:t>được</a:t>
            </a:r>
            <a:endParaRPr sz="1400" b="0" i="0" dirty="0">
              <a:solidFill>
                <a:srgbClr val="474F67"/>
              </a:solidFill>
              <a:latin typeface="Arial"/>
            </a:endParaRPr>
          </a:p>
          <a:p>
            <a:pPr algn="l">
              <a:spcAft>
                <a:spcPts val="600"/>
              </a:spcAft>
            </a:pPr>
            <a:r>
              <a:rPr sz="1300" b="0" i="1" dirty="0">
                <a:solidFill>
                  <a:srgbClr val="8A93A6"/>
                </a:solidFill>
                <a:latin typeface="Arial"/>
              </a:rPr>
              <a:t>.</a:t>
            </a:r>
          </a:p>
        </p:txBody>
      </p:sp>
      <p:sp>
        <p:nvSpPr>
          <p:cNvPr id="11" name="TextBox 10"/>
          <p:cNvSpPr txBox="1"/>
          <p:nvPr/>
        </p:nvSpPr>
        <p:spPr>
          <a:xfrm>
            <a:off x="576072" y="5760720"/>
            <a:ext cx="11064240" cy="365760"/>
          </a:xfrm>
          <a:prstGeom prst="rect">
            <a:avLst/>
          </a:prstGeom>
          <a:noFill/>
        </p:spPr>
        <p:txBody>
          <a:bodyPr wrap="square" lIns="0" tIns="0" rIns="0" bIns="0" anchor="t">
            <a:spAutoFit/>
          </a:bodyPr>
          <a:lstStyle/>
          <a:p>
            <a:pPr algn="l">
              <a:spcAft>
                <a:spcPts val="600"/>
              </a:spcAft>
            </a:pPr>
            <a:r>
              <a:rPr sz="1200" b="0" i="1" dirty="0">
                <a:solidFill>
                  <a:srgbClr val="8A93A6"/>
                </a:solidFill>
                <a:latin typeface="Arial"/>
              </a:rPr>
              <a:t>FPS = 1000 / </a:t>
            </a:r>
            <a:r>
              <a:rPr sz="1200" b="0" i="1" dirty="0" err="1">
                <a:solidFill>
                  <a:srgbClr val="8A93A6"/>
                </a:solidFill>
                <a:latin typeface="Arial"/>
              </a:rPr>
              <a:t>độ</a:t>
            </a:r>
            <a:r>
              <a:rPr sz="1200" b="0" i="1" dirty="0">
                <a:solidFill>
                  <a:srgbClr val="8A93A6"/>
                </a:solidFill>
                <a:latin typeface="Arial"/>
              </a:rPr>
              <a:t> </a:t>
            </a:r>
            <a:r>
              <a:rPr sz="1200" b="0" i="1" dirty="0" err="1">
                <a:solidFill>
                  <a:srgbClr val="8A93A6"/>
                </a:solidFill>
                <a:latin typeface="Arial"/>
              </a:rPr>
              <a:t>trễ</a:t>
            </a:r>
            <a:r>
              <a:rPr sz="1200" b="0" i="1" dirty="0">
                <a:solidFill>
                  <a:srgbClr val="8A93A6"/>
                </a:solidFill>
                <a:latin typeface="Arial"/>
              </a:rPr>
              <a:t>. </a:t>
            </a:r>
            <a:r>
              <a:rPr sz="1200" b="0" i="1" dirty="0" err="1">
                <a:solidFill>
                  <a:srgbClr val="8A93A6"/>
                </a:solidFill>
                <a:latin typeface="Arial"/>
              </a:rPr>
              <a:t>Đo</a:t>
            </a:r>
            <a:r>
              <a:rPr sz="1200" b="0" i="1" dirty="0">
                <a:solidFill>
                  <a:srgbClr val="8A93A6"/>
                </a:solidFill>
                <a:latin typeface="Arial"/>
              </a:rPr>
              <a:t> </a:t>
            </a:r>
            <a:r>
              <a:rPr sz="1200" b="0" i="1" dirty="0" err="1">
                <a:solidFill>
                  <a:srgbClr val="8A93A6"/>
                </a:solidFill>
                <a:latin typeface="Arial"/>
              </a:rPr>
              <a:t>trên</a:t>
            </a:r>
            <a:r>
              <a:rPr sz="1200" b="0" i="1" dirty="0">
                <a:solidFill>
                  <a:srgbClr val="8A93A6"/>
                </a:solidFill>
                <a:latin typeface="Arial"/>
              </a:rPr>
              <a:t> CPU </a:t>
            </a:r>
            <a:r>
              <a:rPr sz="1200" b="0" i="1" dirty="0" err="1">
                <a:solidFill>
                  <a:srgbClr val="8A93A6"/>
                </a:solidFill>
                <a:latin typeface="Arial"/>
              </a:rPr>
              <a:t>máy</a:t>
            </a:r>
            <a:r>
              <a:rPr sz="1200" b="0" i="1" dirty="0">
                <a:solidFill>
                  <a:srgbClr val="8A93A6"/>
                </a:solidFill>
                <a:latin typeface="Arial"/>
              </a:rPr>
              <a:t> </a:t>
            </a:r>
            <a:r>
              <a:rPr sz="1200" b="0" i="1" dirty="0" err="1">
                <a:solidFill>
                  <a:srgbClr val="8A93A6"/>
                </a:solidFill>
                <a:latin typeface="Arial"/>
              </a:rPr>
              <a:t>tính</a:t>
            </a:r>
            <a:r>
              <a:rPr sz="1200" b="0" i="1" dirty="0">
                <a:solidFill>
                  <a:srgbClr val="8A93A6"/>
                </a:solidFill>
                <a:latin typeface="Arial"/>
              </a:rPr>
              <a:t>, </a:t>
            </a:r>
            <a:r>
              <a:rPr sz="1200" b="0" i="1" dirty="0" err="1">
                <a:solidFill>
                  <a:srgbClr val="8A93A6"/>
                </a:solidFill>
                <a:latin typeface="Arial"/>
              </a:rPr>
              <a:t>chỉ</a:t>
            </a:r>
            <a:r>
              <a:rPr sz="1200" b="0" i="1" dirty="0">
                <a:solidFill>
                  <a:srgbClr val="8A93A6"/>
                </a:solidFill>
                <a:latin typeface="Arial"/>
              </a:rPr>
              <a:t> </a:t>
            </a:r>
            <a:r>
              <a:rPr sz="1200" b="0" i="1" dirty="0" err="1">
                <a:solidFill>
                  <a:srgbClr val="8A93A6"/>
                </a:solidFill>
                <a:latin typeface="Arial"/>
              </a:rPr>
              <a:t>để</a:t>
            </a:r>
            <a:r>
              <a:rPr sz="1200" b="0" i="1" dirty="0">
                <a:solidFill>
                  <a:srgbClr val="8A93A6"/>
                </a:solidFill>
                <a:latin typeface="Arial"/>
              </a:rPr>
              <a:t> so </a:t>
            </a:r>
            <a:r>
              <a:rPr sz="1200" b="0" i="1" dirty="0" err="1">
                <a:solidFill>
                  <a:srgbClr val="8A93A6"/>
                </a:solidFill>
                <a:latin typeface="Arial"/>
              </a:rPr>
              <a:t>sánh</a:t>
            </a:r>
            <a:r>
              <a:rPr sz="1200" b="0" i="1" dirty="0">
                <a:solidFill>
                  <a:srgbClr val="8A93A6"/>
                </a:solidFill>
                <a:latin typeface="Arial"/>
              </a:rPr>
              <a:t> </a:t>
            </a:r>
            <a:r>
              <a:rPr sz="1200" b="0" i="1" dirty="0" err="1">
                <a:solidFill>
                  <a:srgbClr val="8A93A6"/>
                </a:solidFill>
                <a:latin typeface="Arial"/>
              </a:rPr>
              <a:t>tương</a:t>
            </a:r>
            <a:r>
              <a:rPr sz="1200" b="0" i="1" dirty="0">
                <a:solidFill>
                  <a:srgbClr val="8A93A6"/>
                </a:solidFill>
                <a:latin typeface="Arial"/>
              </a:rPr>
              <a:t> </a:t>
            </a:r>
            <a:r>
              <a:rPr sz="1200" b="0" i="1" dirty="0" err="1">
                <a:solidFill>
                  <a:srgbClr val="8A93A6"/>
                </a:solidFill>
                <a:latin typeface="Arial"/>
              </a:rPr>
              <a:t>đối</a:t>
            </a:r>
            <a:r>
              <a:rPr sz="1200" b="0" i="1" dirty="0">
                <a:solidFill>
                  <a:srgbClr val="8A93A6"/>
                </a:solidFill>
                <a:latin typeface="Arial"/>
              </a:rPr>
              <a:t>; FPS </a:t>
            </a:r>
            <a:r>
              <a:rPr sz="1200" b="0" i="1" dirty="0" err="1">
                <a:solidFill>
                  <a:srgbClr val="8A93A6"/>
                </a:solidFill>
                <a:latin typeface="Arial"/>
              </a:rPr>
              <a:t>thật</a:t>
            </a:r>
            <a:r>
              <a:rPr sz="1200" b="0" i="1" dirty="0">
                <a:solidFill>
                  <a:srgbClr val="8A93A6"/>
                </a:solidFill>
                <a:latin typeface="Arial"/>
              </a:rPr>
              <a:t> </a:t>
            </a:r>
            <a:r>
              <a:rPr sz="1200" b="0" i="1" dirty="0" err="1">
                <a:solidFill>
                  <a:srgbClr val="8A93A6"/>
                </a:solidFill>
                <a:latin typeface="Arial"/>
              </a:rPr>
              <a:t>phải</a:t>
            </a:r>
            <a:r>
              <a:rPr sz="1200" b="0" i="1" dirty="0">
                <a:solidFill>
                  <a:srgbClr val="8A93A6"/>
                </a:solidFill>
                <a:latin typeface="Arial"/>
              </a:rPr>
              <a:t> </a:t>
            </a:r>
            <a:r>
              <a:rPr sz="1200" b="0" i="1" dirty="0" err="1">
                <a:solidFill>
                  <a:srgbClr val="8A93A6"/>
                </a:solidFill>
                <a:latin typeface="Arial"/>
              </a:rPr>
              <a:t>đo</a:t>
            </a:r>
            <a:r>
              <a:rPr sz="1200" b="0" i="1" dirty="0">
                <a:solidFill>
                  <a:srgbClr val="8A93A6"/>
                </a:solidFill>
                <a:latin typeface="Arial"/>
              </a:rPr>
              <a:t> </a:t>
            </a:r>
            <a:r>
              <a:rPr sz="1200" b="0" i="1" dirty="0" err="1">
                <a:solidFill>
                  <a:srgbClr val="8A93A6"/>
                </a:solidFill>
                <a:latin typeface="Arial"/>
              </a:rPr>
              <a:t>trên</a:t>
            </a:r>
            <a:r>
              <a:rPr sz="1200" b="0" i="1" dirty="0">
                <a:solidFill>
                  <a:srgbClr val="8A93A6"/>
                </a:solidFill>
                <a:latin typeface="Arial"/>
              </a:rPr>
              <a:t> chip edge.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6072" y="9144"/>
            <a:ext cx="9144000" cy="676656"/>
          </a:xfrm>
        </p:spPr>
        <p:txBody>
          <a:bodyPr anchor="ctr"/>
          <a:lstStyle/>
          <a:p>
            <a:r>
              <a:rPr sz="2400" b="1">
                <a:solidFill>
                  <a:srgbClr val="FFFFFF"/>
                </a:solidFill>
                <a:latin typeface="Arial"/>
              </a:rPr>
              <a:t>Tổng kết</a:t>
            </a:r>
          </a:p>
        </p:txBody>
      </p:sp>
      <p:sp>
        <p:nvSpPr>
          <p:cNvPr id="6" name="Slide Number Placeholder 5"/>
          <p:cNvSpPr>
            <a:spLocks noGrp="1"/>
          </p:cNvSpPr>
          <p:nvPr>
            <p:ph type="sldNum" sz="quarter" idx="12"/>
          </p:nvPr>
        </p:nvSpPr>
        <p:spPr>
          <a:xfrm>
            <a:off x="9338569" y="6414022"/>
            <a:ext cx="2743200" cy="365125"/>
          </a:xfrm>
        </p:spPr>
        <p:txBody>
          <a:bodyPr/>
          <a:lstStyle>
            <a:lvl1pPr>
              <a:defRPr>
                <a:latin typeface="Times New Roman" panose="02020603050405020304" pitchFamily="18" charset="0"/>
                <a:cs typeface="Times New Roman" panose="02020603050405020304" pitchFamily="18" charset="0"/>
              </a:defRPr>
            </a:lvl1pPr>
          </a:lstStyle>
          <a:p>
            <a:fld id="{61747C95-3AE6-4FC3-BEF5-3AF60B1E4490}" type="slidenum">
              <a:rPr lang="en-US" sz="1400">
                <a:solidFill>
                  <a:srgbClr val="000000"/>
                </a:solidFill>
                <a:latin typeface="Arial"/>
              </a:rPr>
              <a:t>13</a:t>
            </a:fld>
            <a:endParaRPr lang="en-US"/>
          </a:p>
        </p:txBody>
      </p:sp>
      <p:sp>
        <p:nvSpPr>
          <p:cNvPr id="7" name="Rounded Rectangle 6"/>
          <p:cNvSpPr/>
          <p:nvPr/>
        </p:nvSpPr>
        <p:spPr>
          <a:xfrm>
            <a:off x="576072" y="960120"/>
            <a:ext cx="3520440" cy="4206240"/>
          </a:xfrm>
          <a:prstGeom prst="roundRect">
            <a:avLst>
              <a:gd name="adj" fmla="val 9090"/>
            </a:avLst>
          </a:prstGeom>
          <a:solidFill>
            <a:srgbClr val="FFFFFF"/>
          </a:solidFill>
          <a:ln w="15875">
            <a:solidFill>
              <a:srgbClr val="D3D7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12064" y="1115568"/>
            <a:ext cx="91440" cy="3895344"/>
          </a:xfrm>
          <a:prstGeom prst="rect">
            <a:avLst/>
          </a:prstGeom>
          <a:solidFill>
            <a:srgbClr val="00A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832104" y="1170432"/>
            <a:ext cx="3017520" cy="502920"/>
          </a:xfrm>
          <a:prstGeom prst="roundRect">
            <a:avLst>
              <a:gd name="adj" fmla="val 50000"/>
            </a:avLst>
          </a:prstGeom>
          <a:solidFill>
            <a:srgbClr val="00A95C"/>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FFFFFF"/>
                </a:solidFill>
                <a:latin typeface="Arial"/>
              </a:rPr>
              <a:t>Đạt được</a:t>
            </a:r>
          </a:p>
        </p:txBody>
      </p:sp>
      <p:sp>
        <p:nvSpPr>
          <p:cNvPr id="10" name="TextBox 9"/>
          <p:cNvSpPr txBox="1"/>
          <p:nvPr/>
        </p:nvSpPr>
        <p:spPr>
          <a:xfrm>
            <a:off x="832104" y="1920240"/>
            <a:ext cx="3063240" cy="3108960"/>
          </a:xfrm>
          <a:prstGeom prst="rect">
            <a:avLst/>
          </a:prstGeom>
          <a:noFill/>
        </p:spPr>
        <p:txBody>
          <a:bodyPr wrap="square" lIns="0" tIns="0" rIns="0" bIns="0" anchor="t">
            <a:spAutoFit/>
          </a:bodyPr>
          <a:lstStyle/>
          <a:p>
            <a:pPr marL="256032" indent="-201168" algn="l">
              <a:spcAft>
                <a:spcPts val="1200"/>
              </a:spcAft>
              <a:buChar char="•"/>
            </a:pPr>
            <a:r>
              <a:rPr sz="1600" b="0" i="0" dirty="0">
                <a:solidFill>
                  <a:srgbClr val="1D2939"/>
                </a:solidFill>
                <a:latin typeface="Arial"/>
              </a:rPr>
              <a:t>Chia </a:t>
            </a:r>
            <a:r>
              <a:rPr sz="1600" b="0" i="0" dirty="0" err="1">
                <a:solidFill>
                  <a:srgbClr val="1D2939"/>
                </a:solidFill>
                <a:latin typeface="Arial"/>
              </a:rPr>
              <a:t>dữ</a:t>
            </a:r>
            <a:r>
              <a:rPr sz="1600" b="0" i="0" dirty="0">
                <a:solidFill>
                  <a:srgbClr val="1D2939"/>
                </a:solidFill>
                <a:latin typeface="Arial"/>
              </a:rPr>
              <a:t> </a:t>
            </a:r>
            <a:r>
              <a:rPr sz="1600" b="0" i="0" dirty="0" err="1">
                <a:solidFill>
                  <a:srgbClr val="1D2939"/>
                </a:solidFill>
                <a:latin typeface="Arial"/>
              </a:rPr>
              <a:t>liệu</a:t>
            </a:r>
            <a:r>
              <a:rPr sz="1600" b="0" i="0" dirty="0">
                <a:solidFill>
                  <a:srgbClr val="1D2939"/>
                </a:solidFill>
                <a:latin typeface="Arial"/>
              </a:rPr>
              <a:t> </a:t>
            </a:r>
            <a:r>
              <a:rPr sz="1600" b="0" i="0" dirty="0" err="1">
                <a:solidFill>
                  <a:srgbClr val="1D2939"/>
                </a:solidFill>
                <a:latin typeface="Arial"/>
              </a:rPr>
              <a:t>theo</a:t>
            </a:r>
            <a:r>
              <a:rPr sz="1600" b="0" i="0" dirty="0">
                <a:solidFill>
                  <a:srgbClr val="1D2939"/>
                </a:solidFill>
                <a:latin typeface="Arial"/>
              </a:rPr>
              <a:t> </a:t>
            </a:r>
            <a:r>
              <a:rPr sz="1600" b="0" i="0" dirty="0" err="1">
                <a:solidFill>
                  <a:srgbClr val="1D2939"/>
                </a:solidFill>
                <a:latin typeface="Arial"/>
              </a:rPr>
              <a:t>tài</a:t>
            </a:r>
            <a:r>
              <a:rPr sz="1600" b="0" i="0" dirty="0">
                <a:solidFill>
                  <a:srgbClr val="1D2939"/>
                </a:solidFill>
                <a:latin typeface="Arial"/>
              </a:rPr>
              <a:t> </a:t>
            </a:r>
            <a:r>
              <a:rPr sz="1600" b="0" i="0" dirty="0" err="1">
                <a:solidFill>
                  <a:srgbClr val="1D2939"/>
                </a:solidFill>
                <a:latin typeface="Arial"/>
              </a:rPr>
              <a:t>xế</a:t>
            </a:r>
            <a:r>
              <a:rPr sz="1600" b="0" i="0" dirty="0">
                <a:solidFill>
                  <a:srgbClr val="1D2939"/>
                </a:solidFill>
                <a:latin typeface="Arial"/>
              </a:rPr>
              <a:t>, </a:t>
            </a:r>
            <a:r>
              <a:rPr sz="1600" b="0" i="0" dirty="0" err="1">
                <a:solidFill>
                  <a:srgbClr val="1D2939"/>
                </a:solidFill>
                <a:latin typeface="Arial"/>
              </a:rPr>
              <a:t>bỏ</a:t>
            </a:r>
            <a:r>
              <a:rPr sz="1600" b="0" i="0" dirty="0">
                <a:solidFill>
                  <a:srgbClr val="1D2939"/>
                </a:solidFill>
                <a:latin typeface="Arial"/>
              </a:rPr>
              <a:t> </a:t>
            </a:r>
            <a:r>
              <a:rPr sz="1600" b="0" i="0" dirty="0" err="1">
                <a:solidFill>
                  <a:srgbClr val="1D2939"/>
                </a:solidFill>
                <a:latin typeface="Arial"/>
              </a:rPr>
              <a:t>ảnh</a:t>
            </a:r>
            <a:r>
              <a:rPr sz="1600" b="0" i="0" dirty="0">
                <a:solidFill>
                  <a:srgbClr val="1D2939"/>
                </a:solidFill>
                <a:latin typeface="Arial"/>
              </a:rPr>
              <a:t> </a:t>
            </a:r>
            <a:r>
              <a:rPr sz="1600" b="0" i="0" dirty="0" err="1">
                <a:solidFill>
                  <a:srgbClr val="1D2939"/>
                </a:solidFill>
                <a:latin typeface="Arial"/>
              </a:rPr>
              <a:t>trùng</a:t>
            </a:r>
            <a:endParaRPr sz="1600" b="0" i="0" dirty="0">
              <a:solidFill>
                <a:srgbClr val="1D2939"/>
              </a:solidFill>
              <a:latin typeface="Arial"/>
            </a:endParaRPr>
          </a:p>
          <a:p>
            <a:pPr marL="256032" indent="-201168" algn="l">
              <a:spcAft>
                <a:spcPts val="1200"/>
              </a:spcAft>
              <a:buChar char="•"/>
            </a:pPr>
            <a:r>
              <a:rPr sz="1600" b="0" i="0" dirty="0">
                <a:solidFill>
                  <a:srgbClr val="1D2939"/>
                </a:solidFill>
                <a:latin typeface="Arial"/>
              </a:rPr>
              <a:t>EfficientNet-Lite0: </a:t>
            </a:r>
            <a:r>
              <a:rPr sz="1600" b="0" i="0" dirty="0" err="1">
                <a:solidFill>
                  <a:srgbClr val="1D2939"/>
                </a:solidFill>
                <a:latin typeface="Arial"/>
              </a:rPr>
              <a:t>chính</a:t>
            </a:r>
            <a:r>
              <a:rPr sz="1600" b="0" i="0" dirty="0">
                <a:solidFill>
                  <a:srgbClr val="1D2939"/>
                </a:solidFill>
                <a:latin typeface="Arial"/>
              </a:rPr>
              <a:t> </a:t>
            </a:r>
            <a:r>
              <a:rPr sz="1600" b="0" i="0" dirty="0" err="1">
                <a:solidFill>
                  <a:srgbClr val="1D2939"/>
                </a:solidFill>
                <a:latin typeface="Arial"/>
              </a:rPr>
              <a:t>xác</a:t>
            </a:r>
            <a:r>
              <a:rPr sz="1600" b="0" i="0" dirty="0">
                <a:solidFill>
                  <a:srgbClr val="1D2939"/>
                </a:solidFill>
                <a:latin typeface="Arial"/>
              </a:rPr>
              <a:t> </a:t>
            </a:r>
            <a:r>
              <a:rPr sz="1600" b="0" i="0" dirty="0" err="1">
                <a:solidFill>
                  <a:srgbClr val="1D2939"/>
                </a:solidFill>
                <a:latin typeface="Arial"/>
              </a:rPr>
              <a:t>nhất</a:t>
            </a:r>
            <a:r>
              <a:rPr sz="1600" b="0" i="0" dirty="0">
                <a:solidFill>
                  <a:srgbClr val="1D2939"/>
                </a:solidFill>
                <a:latin typeface="Arial"/>
              </a:rPr>
              <a:t> (F1 0,815)</a:t>
            </a:r>
          </a:p>
          <a:p>
            <a:pPr marL="256032" indent="-201168" algn="l">
              <a:spcAft>
                <a:spcPts val="1200"/>
              </a:spcAft>
              <a:buChar char="•"/>
            </a:pPr>
            <a:r>
              <a:rPr sz="1600" b="0" i="0" dirty="0">
                <a:solidFill>
                  <a:srgbClr val="1D2939"/>
                </a:solidFill>
                <a:latin typeface="Arial"/>
              </a:rPr>
              <a:t>INT8: </a:t>
            </a:r>
            <a:r>
              <a:rPr sz="1600" b="0" i="0" dirty="0" err="1">
                <a:solidFill>
                  <a:srgbClr val="1D2939"/>
                </a:solidFill>
                <a:latin typeface="Arial"/>
              </a:rPr>
              <a:t>nhỏ</a:t>
            </a:r>
            <a:r>
              <a:rPr sz="1600" b="0" i="0" dirty="0">
                <a:solidFill>
                  <a:srgbClr val="1D2939"/>
                </a:solidFill>
                <a:latin typeface="Arial"/>
              </a:rPr>
              <a:t> </a:t>
            </a:r>
            <a:r>
              <a:rPr sz="1600" b="0" i="0" dirty="0" err="1">
                <a:solidFill>
                  <a:srgbClr val="1D2939"/>
                </a:solidFill>
                <a:latin typeface="Arial"/>
              </a:rPr>
              <a:t>hơn</a:t>
            </a:r>
            <a:r>
              <a:rPr sz="1600" b="0" i="0" dirty="0">
                <a:solidFill>
                  <a:srgbClr val="1D2939"/>
                </a:solidFill>
                <a:latin typeface="Arial"/>
              </a:rPr>
              <a:t> 3,5×, </a:t>
            </a:r>
            <a:r>
              <a:rPr sz="1600" b="0" i="0" dirty="0" err="1">
                <a:solidFill>
                  <a:srgbClr val="1D2939"/>
                </a:solidFill>
                <a:latin typeface="Arial"/>
              </a:rPr>
              <a:t>nhanh</a:t>
            </a:r>
            <a:r>
              <a:rPr sz="1600" b="0" i="0" dirty="0">
                <a:solidFill>
                  <a:srgbClr val="1D2939"/>
                </a:solidFill>
                <a:latin typeface="Arial"/>
              </a:rPr>
              <a:t> </a:t>
            </a:r>
            <a:r>
              <a:rPr sz="1600" b="0" i="0" dirty="0" err="1">
                <a:solidFill>
                  <a:srgbClr val="1D2939"/>
                </a:solidFill>
                <a:latin typeface="Arial"/>
              </a:rPr>
              <a:t>hơn</a:t>
            </a:r>
            <a:r>
              <a:rPr sz="1600" b="0" i="0" dirty="0">
                <a:solidFill>
                  <a:srgbClr val="1D2939"/>
                </a:solidFill>
                <a:latin typeface="Arial"/>
              </a:rPr>
              <a:t> 1,6×, </a:t>
            </a:r>
            <a:r>
              <a:rPr sz="1600" b="0" i="0" dirty="0" err="1">
                <a:solidFill>
                  <a:srgbClr val="1D2939"/>
                </a:solidFill>
                <a:latin typeface="Arial"/>
              </a:rPr>
              <a:t>không</a:t>
            </a:r>
            <a:r>
              <a:rPr sz="1600" b="0" i="0" dirty="0">
                <a:solidFill>
                  <a:srgbClr val="1D2939"/>
                </a:solidFill>
                <a:latin typeface="Arial"/>
              </a:rPr>
              <a:t> </a:t>
            </a:r>
            <a:r>
              <a:rPr sz="1600" b="0" i="0" dirty="0" err="1">
                <a:solidFill>
                  <a:srgbClr val="1D2939"/>
                </a:solidFill>
                <a:latin typeface="Arial"/>
              </a:rPr>
              <a:t>mất</a:t>
            </a:r>
            <a:r>
              <a:rPr sz="1600" b="0" i="0" dirty="0">
                <a:solidFill>
                  <a:srgbClr val="1D2939"/>
                </a:solidFill>
                <a:latin typeface="Arial"/>
              </a:rPr>
              <a:t> </a:t>
            </a:r>
            <a:r>
              <a:rPr sz="1600" b="0" i="0" dirty="0" err="1">
                <a:solidFill>
                  <a:srgbClr val="1D2939"/>
                </a:solidFill>
                <a:latin typeface="Arial"/>
              </a:rPr>
              <a:t>điểm</a:t>
            </a:r>
            <a:endParaRPr sz="1600" b="0" i="0" dirty="0">
              <a:solidFill>
                <a:srgbClr val="1D2939"/>
              </a:solidFill>
              <a:latin typeface="Arial"/>
            </a:endParaRPr>
          </a:p>
          <a:p>
            <a:pPr marL="256032" indent="-201168" algn="l">
              <a:spcAft>
                <a:spcPts val="1200"/>
              </a:spcAft>
              <a:buChar char="•"/>
            </a:pPr>
            <a:r>
              <a:rPr sz="1600" b="0" i="0" dirty="0" err="1">
                <a:solidFill>
                  <a:srgbClr val="1D2939"/>
                </a:solidFill>
                <a:latin typeface="Arial"/>
              </a:rPr>
              <a:t>Mô</a:t>
            </a:r>
            <a:r>
              <a:rPr sz="1600" b="0" i="0" dirty="0">
                <a:solidFill>
                  <a:srgbClr val="1D2939"/>
                </a:solidFill>
                <a:latin typeface="Arial"/>
              </a:rPr>
              <a:t> </a:t>
            </a:r>
            <a:r>
              <a:rPr sz="1600" b="0" i="0" dirty="0" err="1">
                <a:solidFill>
                  <a:srgbClr val="1D2939"/>
                </a:solidFill>
                <a:latin typeface="Arial"/>
              </a:rPr>
              <a:t>hình</a:t>
            </a:r>
            <a:r>
              <a:rPr sz="1600" b="0" i="0" dirty="0">
                <a:solidFill>
                  <a:srgbClr val="1D2939"/>
                </a:solidFill>
                <a:latin typeface="Arial"/>
              </a:rPr>
              <a:t> </a:t>
            </a:r>
            <a:r>
              <a:rPr sz="1600" b="0" i="0" dirty="0" err="1">
                <a:solidFill>
                  <a:srgbClr val="1D2939"/>
                </a:solidFill>
                <a:latin typeface="Arial"/>
              </a:rPr>
              <a:t>nặng</a:t>
            </a:r>
            <a:r>
              <a:rPr sz="1600" b="0" i="0" dirty="0">
                <a:solidFill>
                  <a:srgbClr val="1D2939"/>
                </a:solidFill>
                <a:latin typeface="Arial"/>
              </a:rPr>
              <a:t> </a:t>
            </a:r>
            <a:r>
              <a:rPr sz="1600" b="0" i="0" dirty="0" err="1">
                <a:solidFill>
                  <a:srgbClr val="1D2939"/>
                </a:solidFill>
                <a:latin typeface="Arial"/>
              </a:rPr>
              <a:t>không</a:t>
            </a:r>
            <a:r>
              <a:rPr sz="1600" b="0" i="0" dirty="0">
                <a:solidFill>
                  <a:srgbClr val="1D2939"/>
                </a:solidFill>
                <a:latin typeface="Arial"/>
              </a:rPr>
              <a:t> </a:t>
            </a:r>
            <a:r>
              <a:rPr sz="1600" b="0" i="0" dirty="0" err="1">
                <a:solidFill>
                  <a:srgbClr val="1D2939"/>
                </a:solidFill>
                <a:latin typeface="Arial"/>
              </a:rPr>
              <a:t>tốt</a:t>
            </a:r>
            <a:r>
              <a:rPr sz="1600" b="0" i="0" dirty="0">
                <a:solidFill>
                  <a:srgbClr val="1D2939"/>
                </a:solidFill>
                <a:latin typeface="Arial"/>
              </a:rPr>
              <a:t> </a:t>
            </a:r>
            <a:r>
              <a:rPr sz="1600" b="0" i="0" dirty="0" err="1">
                <a:solidFill>
                  <a:srgbClr val="1D2939"/>
                </a:solidFill>
                <a:latin typeface="Arial"/>
              </a:rPr>
              <a:t>hơn</a:t>
            </a:r>
            <a:r>
              <a:rPr sz="1600" b="0" i="0" dirty="0">
                <a:solidFill>
                  <a:srgbClr val="1D2939"/>
                </a:solidFill>
                <a:latin typeface="Arial"/>
              </a:rPr>
              <a:t> </a:t>
            </a:r>
            <a:r>
              <a:rPr sz="1600" b="0" i="0" dirty="0" err="1">
                <a:solidFill>
                  <a:srgbClr val="1D2939"/>
                </a:solidFill>
                <a:latin typeface="Arial"/>
              </a:rPr>
              <a:t>mô</a:t>
            </a:r>
            <a:r>
              <a:rPr sz="1600" b="0" i="0" dirty="0">
                <a:solidFill>
                  <a:srgbClr val="1D2939"/>
                </a:solidFill>
                <a:latin typeface="Arial"/>
              </a:rPr>
              <a:t> </a:t>
            </a:r>
            <a:r>
              <a:rPr sz="1600" b="0" i="0" dirty="0" err="1">
                <a:solidFill>
                  <a:srgbClr val="1D2939"/>
                </a:solidFill>
                <a:latin typeface="Arial"/>
              </a:rPr>
              <a:t>hình</a:t>
            </a:r>
            <a:r>
              <a:rPr sz="1600" b="0" i="0" dirty="0">
                <a:solidFill>
                  <a:srgbClr val="1D2939"/>
                </a:solidFill>
                <a:latin typeface="Arial"/>
              </a:rPr>
              <a:t> </a:t>
            </a:r>
            <a:r>
              <a:rPr sz="1600" b="0" i="0" dirty="0" err="1">
                <a:solidFill>
                  <a:srgbClr val="1D2939"/>
                </a:solidFill>
                <a:latin typeface="Arial"/>
              </a:rPr>
              <a:t>nhẹ</a:t>
            </a:r>
            <a:endParaRPr sz="1600" b="0" i="0" dirty="0">
              <a:solidFill>
                <a:srgbClr val="1D2939"/>
              </a:solidFill>
              <a:latin typeface="Arial"/>
            </a:endParaRPr>
          </a:p>
        </p:txBody>
      </p:sp>
      <p:sp>
        <p:nvSpPr>
          <p:cNvPr id="11" name="Rounded Rectangle 10"/>
          <p:cNvSpPr/>
          <p:nvPr/>
        </p:nvSpPr>
        <p:spPr>
          <a:xfrm>
            <a:off x="4343400" y="960120"/>
            <a:ext cx="3520440" cy="4206240"/>
          </a:xfrm>
          <a:prstGeom prst="roundRect">
            <a:avLst>
              <a:gd name="adj" fmla="val 9090"/>
            </a:avLst>
          </a:prstGeom>
          <a:solidFill>
            <a:srgbClr val="FFFFFF"/>
          </a:solidFill>
          <a:ln w="15875">
            <a:solidFill>
              <a:srgbClr val="D3D7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279392" y="1115568"/>
            <a:ext cx="91440" cy="3895344"/>
          </a:xfrm>
          <a:prstGeom prst="rect">
            <a:avLst/>
          </a:prstGeom>
          <a:solidFill>
            <a:srgbClr val="F567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4599432" y="1170432"/>
            <a:ext cx="3017520" cy="502920"/>
          </a:xfrm>
          <a:prstGeom prst="roundRect">
            <a:avLst>
              <a:gd name="adj" fmla="val 50000"/>
            </a:avLst>
          </a:prstGeom>
          <a:solidFill>
            <a:srgbClr val="F56776"/>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FFFFFF"/>
                </a:solidFill>
                <a:latin typeface="Arial"/>
              </a:rPr>
              <a:t>Hạn chế</a:t>
            </a:r>
          </a:p>
        </p:txBody>
      </p:sp>
      <p:sp>
        <p:nvSpPr>
          <p:cNvPr id="14" name="TextBox 13"/>
          <p:cNvSpPr txBox="1"/>
          <p:nvPr/>
        </p:nvSpPr>
        <p:spPr>
          <a:xfrm>
            <a:off x="4599432" y="1920240"/>
            <a:ext cx="3063240" cy="3108960"/>
          </a:xfrm>
          <a:prstGeom prst="rect">
            <a:avLst/>
          </a:prstGeom>
          <a:noFill/>
        </p:spPr>
        <p:txBody>
          <a:bodyPr wrap="square" lIns="0" tIns="0" rIns="0" bIns="0" anchor="t">
            <a:spAutoFit/>
          </a:bodyPr>
          <a:lstStyle/>
          <a:p>
            <a:pPr marL="256032" indent="-201168" algn="l">
              <a:spcAft>
                <a:spcPts val="1200"/>
              </a:spcAft>
              <a:buChar char="•"/>
            </a:pPr>
            <a:r>
              <a:rPr sz="1600" b="0" i="0" dirty="0">
                <a:solidFill>
                  <a:srgbClr val="1D2939"/>
                </a:solidFill>
                <a:latin typeface="Arial"/>
              </a:rPr>
              <a:t>Test </a:t>
            </a:r>
            <a:r>
              <a:rPr sz="1600" b="0" i="0" dirty="0" err="1">
                <a:solidFill>
                  <a:srgbClr val="1D2939"/>
                </a:solidFill>
                <a:latin typeface="Arial"/>
              </a:rPr>
              <a:t>chỉ</a:t>
            </a:r>
            <a:r>
              <a:rPr sz="1600" b="0" i="0" dirty="0">
                <a:solidFill>
                  <a:srgbClr val="1D2939"/>
                </a:solidFill>
                <a:latin typeface="Arial"/>
              </a:rPr>
              <a:t> 4 </a:t>
            </a:r>
            <a:r>
              <a:rPr sz="1600" b="0" i="0" dirty="0" err="1">
                <a:solidFill>
                  <a:srgbClr val="1D2939"/>
                </a:solidFill>
                <a:latin typeface="Arial"/>
              </a:rPr>
              <a:t>tài</a:t>
            </a:r>
            <a:r>
              <a:rPr sz="1600" b="0" i="0" dirty="0">
                <a:solidFill>
                  <a:srgbClr val="1D2939"/>
                </a:solidFill>
                <a:latin typeface="Arial"/>
              </a:rPr>
              <a:t> </a:t>
            </a:r>
            <a:r>
              <a:rPr sz="1600" b="0" i="0" dirty="0" err="1">
                <a:solidFill>
                  <a:srgbClr val="1D2939"/>
                </a:solidFill>
                <a:latin typeface="Arial"/>
              </a:rPr>
              <a:t>xế</a:t>
            </a:r>
            <a:r>
              <a:rPr sz="1600" b="0" i="0" dirty="0">
                <a:solidFill>
                  <a:srgbClr val="1D2939"/>
                </a:solidFill>
                <a:latin typeface="Arial"/>
              </a:rPr>
              <a:t>: </a:t>
            </a:r>
            <a:r>
              <a:rPr sz="1600" b="0" i="0" dirty="0" err="1">
                <a:solidFill>
                  <a:srgbClr val="1D2939"/>
                </a:solidFill>
                <a:latin typeface="Arial"/>
              </a:rPr>
              <a:t>điểm</a:t>
            </a:r>
            <a:r>
              <a:rPr sz="1600" b="0" i="0" dirty="0">
                <a:solidFill>
                  <a:srgbClr val="1D2939"/>
                </a:solidFill>
                <a:latin typeface="Arial"/>
              </a:rPr>
              <a:t> </a:t>
            </a:r>
            <a:r>
              <a:rPr sz="1600" b="0" i="0" dirty="0" err="1">
                <a:solidFill>
                  <a:srgbClr val="1D2939"/>
                </a:solidFill>
                <a:latin typeface="Arial"/>
              </a:rPr>
              <a:t>lệch</a:t>
            </a:r>
            <a:r>
              <a:rPr sz="1600" b="0" i="0" dirty="0">
                <a:solidFill>
                  <a:srgbClr val="1D2939"/>
                </a:solidFill>
                <a:latin typeface="Arial"/>
              </a:rPr>
              <a:t> </a:t>
            </a:r>
            <a:r>
              <a:rPr sz="1600" b="0" i="0" dirty="0" err="1">
                <a:solidFill>
                  <a:srgbClr val="1D2939"/>
                </a:solidFill>
                <a:latin typeface="Arial"/>
              </a:rPr>
              <a:t>khoảng</a:t>
            </a:r>
            <a:r>
              <a:rPr sz="1600" b="0" i="0" dirty="0">
                <a:solidFill>
                  <a:srgbClr val="1D2939"/>
                </a:solidFill>
                <a:latin typeface="Arial"/>
              </a:rPr>
              <a:t> 0,03</a:t>
            </a:r>
          </a:p>
          <a:p>
            <a:pPr marL="256032" indent="-201168" algn="l">
              <a:spcAft>
                <a:spcPts val="1200"/>
              </a:spcAft>
              <a:buChar char="•"/>
            </a:pPr>
            <a:r>
              <a:rPr sz="1600" b="0" i="0" dirty="0" err="1">
                <a:solidFill>
                  <a:srgbClr val="1D2939"/>
                </a:solidFill>
                <a:latin typeface="Arial"/>
              </a:rPr>
              <a:t>Tốc</a:t>
            </a:r>
            <a:r>
              <a:rPr sz="1600" b="0" i="0" dirty="0">
                <a:solidFill>
                  <a:srgbClr val="1D2939"/>
                </a:solidFill>
                <a:latin typeface="Arial"/>
              </a:rPr>
              <a:t> </a:t>
            </a:r>
            <a:r>
              <a:rPr sz="1600" b="0" i="0" dirty="0" err="1">
                <a:solidFill>
                  <a:srgbClr val="1D2939"/>
                </a:solidFill>
                <a:latin typeface="Arial"/>
              </a:rPr>
              <a:t>độ</a:t>
            </a:r>
            <a:r>
              <a:rPr sz="1600" b="0" i="0" dirty="0">
                <a:solidFill>
                  <a:srgbClr val="1D2939"/>
                </a:solidFill>
                <a:latin typeface="Arial"/>
              </a:rPr>
              <a:t> </a:t>
            </a:r>
            <a:r>
              <a:rPr sz="1600" b="0" i="0" dirty="0" err="1">
                <a:solidFill>
                  <a:srgbClr val="1D2939"/>
                </a:solidFill>
                <a:latin typeface="Arial"/>
              </a:rPr>
              <a:t>đo</a:t>
            </a:r>
            <a:r>
              <a:rPr sz="1600" b="0" i="0" dirty="0">
                <a:solidFill>
                  <a:srgbClr val="1D2939"/>
                </a:solidFill>
                <a:latin typeface="Arial"/>
              </a:rPr>
              <a:t> </a:t>
            </a:r>
            <a:r>
              <a:rPr sz="1600" b="0" i="0" dirty="0" err="1">
                <a:solidFill>
                  <a:srgbClr val="1D2939"/>
                </a:solidFill>
                <a:latin typeface="Arial"/>
              </a:rPr>
              <a:t>trên</a:t>
            </a:r>
            <a:r>
              <a:rPr sz="1600" b="0" i="0" dirty="0">
                <a:solidFill>
                  <a:srgbClr val="1D2939"/>
                </a:solidFill>
                <a:latin typeface="Arial"/>
              </a:rPr>
              <a:t> CPU, </a:t>
            </a:r>
            <a:r>
              <a:rPr sz="1600" b="0" i="0" dirty="0" err="1">
                <a:solidFill>
                  <a:srgbClr val="1D2939"/>
                </a:solidFill>
                <a:latin typeface="Arial"/>
              </a:rPr>
              <a:t>chưa</a:t>
            </a:r>
            <a:r>
              <a:rPr sz="1600" b="0" i="0" dirty="0">
                <a:solidFill>
                  <a:srgbClr val="1D2939"/>
                </a:solidFill>
                <a:latin typeface="Arial"/>
              </a:rPr>
              <a:t> </a:t>
            </a:r>
            <a:r>
              <a:rPr sz="1600" b="0" i="0" dirty="0" err="1">
                <a:solidFill>
                  <a:srgbClr val="1D2939"/>
                </a:solidFill>
                <a:latin typeface="Arial"/>
              </a:rPr>
              <a:t>đo</a:t>
            </a:r>
            <a:r>
              <a:rPr sz="1600" b="0" i="0" dirty="0">
                <a:solidFill>
                  <a:srgbClr val="1D2939"/>
                </a:solidFill>
                <a:latin typeface="Arial"/>
              </a:rPr>
              <a:t> </a:t>
            </a:r>
            <a:r>
              <a:rPr sz="1600" b="0" i="0" dirty="0" err="1">
                <a:solidFill>
                  <a:srgbClr val="1D2939"/>
                </a:solidFill>
                <a:latin typeface="Arial"/>
              </a:rPr>
              <a:t>trên</a:t>
            </a:r>
            <a:r>
              <a:rPr sz="1600" b="0" i="0" dirty="0">
                <a:solidFill>
                  <a:srgbClr val="1D2939"/>
                </a:solidFill>
                <a:latin typeface="Arial"/>
              </a:rPr>
              <a:t> chip edge</a:t>
            </a:r>
          </a:p>
          <a:p>
            <a:pPr marL="256032" indent="-201168" algn="l">
              <a:spcAft>
                <a:spcPts val="1200"/>
              </a:spcAft>
              <a:buChar char="•"/>
            </a:pPr>
            <a:r>
              <a:rPr sz="1600" b="0" i="0" dirty="0">
                <a:solidFill>
                  <a:srgbClr val="1D2939"/>
                </a:solidFill>
                <a:latin typeface="Arial"/>
              </a:rPr>
              <a:t>MobileNetV3-Small </a:t>
            </a:r>
            <a:r>
              <a:rPr sz="1600" b="0" i="0" dirty="0" err="1">
                <a:solidFill>
                  <a:srgbClr val="1D2939"/>
                </a:solidFill>
                <a:latin typeface="Arial"/>
              </a:rPr>
              <a:t>không</a:t>
            </a:r>
            <a:r>
              <a:rPr sz="1600" b="0" i="0" dirty="0">
                <a:solidFill>
                  <a:srgbClr val="1D2939"/>
                </a:solidFill>
                <a:latin typeface="Arial"/>
              </a:rPr>
              <a:t> </a:t>
            </a:r>
            <a:r>
              <a:rPr sz="1600" b="0" i="0" dirty="0" err="1">
                <a:solidFill>
                  <a:srgbClr val="1D2939"/>
                </a:solidFill>
                <a:latin typeface="Arial"/>
              </a:rPr>
              <a:t>chịu</a:t>
            </a:r>
            <a:r>
              <a:rPr sz="1600" b="0" i="0" dirty="0">
                <a:solidFill>
                  <a:srgbClr val="1D2939"/>
                </a:solidFill>
                <a:latin typeface="Arial"/>
              </a:rPr>
              <a:t> </a:t>
            </a:r>
            <a:r>
              <a:rPr sz="1600" b="0" i="0" dirty="0" err="1">
                <a:solidFill>
                  <a:srgbClr val="1D2939"/>
                </a:solidFill>
                <a:latin typeface="Arial"/>
              </a:rPr>
              <a:t>được</a:t>
            </a:r>
            <a:r>
              <a:rPr sz="1600" b="0" i="0" dirty="0">
                <a:solidFill>
                  <a:srgbClr val="1D2939"/>
                </a:solidFill>
                <a:latin typeface="Arial"/>
              </a:rPr>
              <a:t> INT8</a:t>
            </a:r>
          </a:p>
          <a:p>
            <a:pPr marL="256032" indent="-201168" algn="l">
              <a:spcAft>
                <a:spcPts val="1200"/>
              </a:spcAft>
              <a:buChar char="•"/>
            </a:pPr>
            <a:r>
              <a:rPr sz="1600" b="0" i="0" dirty="0" err="1">
                <a:solidFill>
                  <a:srgbClr val="1D2939"/>
                </a:solidFill>
                <a:latin typeface="Arial"/>
              </a:rPr>
              <a:t>talk_passenger</a:t>
            </a:r>
            <a:r>
              <a:rPr sz="1600" b="0" i="0" dirty="0">
                <a:solidFill>
                  <a:srgbClr val="1D2939"/>
                </a:solidFill>
                <a:latin typeface="Arial"/>
              </a:rPr>
              <a:t> </a:t>
            </a:r>
            <a:r>
              <a:rPr sz="1600" b="0" i="0" dirty="0" err="1">
                <a:solidFill>
                  <a:srgbClr val="1D2939"/>
                </a:solidFill>
                <a:latin typeface="Arial"/>
              </a:rPr>
              <a:t>còn</a:t>
            </a:r>
            <a:r>
              <a:rPr sz="1600" b="0" i="0" dirty="0">
                <a:solidFill>
                  <a:srgbClr val="1D2939"/>
                </a:solidFill>
                <a:latin typeface="Arial"/>
              </a:rPr>
              <a:t> </a:t>
            </a:r>
            <a:r>
              <a:rPr sz="1600" b="0" i="0" dirty="0" err="1">
                <a:solidFill>
                  <a:srgbClr val="1D2939"/>
                </a:solidFill>
                <a:latin typeface="Arial"/>
              </a:rPr>
              <a:t>yếu</a:t>
            </a:r>
            <a:r>
              <a:rPr sz="1600" b="0" i="0" dirty="0">
                <a:solidFill>
                  <a:srgbClr val="1D2939"/>
                </a:solidFill>
                <a:latin typeface="Arial"/>
              </a:rPr>
              <a:t> (F1 </a:t>
            </a:r>
            <a:r>
              <a:rPr sz="1600" b="0" i="0" dirty="0" err="1">
                <a:solidFill>
                  <a:srgbClr val="1D2939"/>
                </a:solidFill>
                <a:latin typeface="Arial"/>
              </a:rPr>
              <a:t>khoảng</a:t>
            </a:r>
            <a:r>
              <a:rPr sz="1600" b="0" i="0" dirty="0">
                <a:solidFill>
                  <a:srgbClr val="1D2939"/>
                </a:solidFill>
                <a:latin typeface="Arial"/>
              </a:rPr>
              <a:t> 0,4)</a:t>
            </a:r>
          </a:p>
        </p:txBody>
      </p:sp>
      <p:sp>
        <p:nvSpPr>
          <p:cNvPr id="15" name="Rounded Rectangle 14"/>
          <p:cNvSpPr/>
          <p:nvPr/>
        </p:nvSpPr>
        <p:spPr>
          <a:xfrm>
            <a:off x="8110728" y="960120"/>
            <a:ext cx="3520440" cy="4206240"/>
          </a:xfrm>
          <a:prstGeom prst="roundRect">
            <a:avLst>
              <a:gd name="adj" fmla="val 9090"/>
            </a:avLst>
          </a:prstGeom>
          <a:solidFill>
            <a:srgbClr val="FFFFFF"/>
          </a:solidFill>
          <a:ln w="15875">
            <a:solidFill>
              <a:srgbClr val="D3D7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8046720" y="1115568"/>
            <a:ext cx="91440" cy="3895344"/>
          </a:xfrm>
          <a:prstGeom prst="rect">
            <a:avLst/>
          </a:prstGeom>
          <a:solidFill>
            <a:srgbClr val="F586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8366760" y="1170432"/>
            <a:ext cx="3017520" cy="502920"/>
          </a:xfrm>
          <a:prstGeom prst="roundRect">
            <a:avLst>
              <a:gd name="adj" fmla="val 50000"/>
            </a:avLst>
          </a:prstGeom>
          <a:solidFill>
            <a:srgbClr val="F58643"/>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FFFFFF"/>
                </a:solidFill>
                <a:latin typeface="Arial"/>
              </a:rPr>
              <a:t>Hướng phát triển</a:t>
            </a:r>
          </a:p>
        </p:txBody>
      </p:sp>
      <p:sp>
        <p:nvSpPr>
          <p:cNvPr id="18" name="TextBox 17"/>
          <p:cNvSpPr txBox="1"/>
          <p:nvPr/>
        </p:nvSpPr>
        <p:spPr>
          <a:xfrm>
            <a:off x="8366760" y="1920240"/>
            <a:ext cx="3063240" cy="3108960"/>
          </a:xfrm>
          <a:prstGeom prst="rect">
            <a:avLst/>
          </a:prstGeom>
          <a:noFill/>
        </p:spPr>
        <p:txBody>
          <a:bodyPr wrap="square" lIns="0" tIns="0" rIns="0" bIns="0" anchor="t">
            <a:spAutoFit/>
          </a:bodyPr>
          <a:lstStyle/>
          <a:p>
            <a:pPr marL="256032" indent="-201168" algn="l">
              <a:spcAft>
                <a:spcPts val="1200"/>
              </a:spcAft>
              <a:buChar char="•"/>
            </a:pPr>
            <a:r>
              <a:rPr sz="1600" b="0" i="0">
                <a:solidFill>
                  <a:srgbClr val="1D2939"/>
                </a:solidFill>
                <a:latin typeface="Arial"/>
              </a:rPr>
              <a:t>Cross-validation theo tài xế</a:t>
            </a:r>
          </a:p>
          <a:p>
            <a:pPr marL="256032" indent="-201168" algn="l">
              <a:spcAft>
                <a:spcPts val="1200"/>
              </a:spcAft>
              <a:buChar char="•"/>
            </a:pPr>
            <a:r>
              <a:rPr sz="1600" b="0" i="0">
                <a:solidFill>
                  <a:srgbClr val="1D2939"/>
                </a:solidFill>
                <a:latin typeface="Arial"/>
              </a:rPr>
              <a:t>Lượng tử hoá có huấn luyện (QAT)</a:t>
            </a:r>
          </a:p>
          <a:p>
            <a:pPr marL="256032" indent="-201168" algn="l">
              <a:spcAft>
                <a:spcPts val="1200"/>
              </a:spcAft>
              <a:buChar char="•"/>
            </a:pPr>
            <a:r>
              <a:rPr sz="1600" b="0" i="0">
                <a:solidFill>
                  <a:srgbClr val="1D2939"/>
                </a:solidFill>
                <a:latin typeface="Arial"/>
              </a:rPr>
              <a:t>Chạy và đo trên chip edge thật</a:t>
            </a:r>
          </a:p>
          <a:p>
            <a:pPr marL="256032" indent="-201168" algn="l">
              <a:spcAft>
                <a:spcPts val="1200"/>
              </a:spcAft>
              <a:buChar char="•"/>
            </a:pPr>
            <a:r>
              <a:rPr sz="1600" b="0" i="0">
                <a:solidFill>
                  <a:srgbClr val="1D2939"/>
                </a:solidFill>
                <a:latin typeface="Arial"/>
              </a:rPr>
              <a:t>Xem lại nhãn talk_passenger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5450</TotalTime>
  <Words>1858</Words>
  <Application>Microsoft Office PowerPoint</Application>
  <PresentationFormat>Widescreen</PresentationFormat>
  <Paragraphs>186</Paragraphs>
  <Slides>13</Slides>
  <Notes>13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Aptos</vt:lpstr>
      <vt:lpstr>Arial</vt:lpstr>
      <vt:lpstr>Calibri</vt:lpstr>
      <vt:lpstr>Times New Roman</vt:lpstr>
      <vt:lpstr>Office Theme</vt:lpstr>
      <vt:lpstr>PowerPoint Presentation</vt:lpstr>
      <vt:lpstr>Bài toán </vt:lpstr>
      <vt:lpstr>Dữ liệu: State Farm Distracted Driver</vt:lpstr>
      <vt:lpstr>Xử lý dữ liệu</vt:lpstr>
      <vt:lpstr>Giao thức thí nghiệm</vt:lpstr>
      <vt:lpstr>Các mô hình so sánh</vt:lpstr>
      <vt:lpstr>Val vs test</vt:lpstr>
      <vt:lpstr>Kết quả: test macro-F1 của các mô hình</vt:lpstr>
      <vt:lpstr>PowerPoint Presentation</vt:lpstr>
      <vt:lpstr>Từ mô hình huấn luyện đến mô hình edge</vt:lpstr>
      <vt:lpstr>Kết quả INT8</vt:lpstr>
      <vt:lpstr>Chọn mô hình cho edge</vt:lpstr>
      <vt:lpstr>Tổng kết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Gia Ba</dc:creator>
  <cp:lastModifiedBy>ADMIN-PC</cp:lastModifiedBy>
  <cp:revision>282</cp:revision>
  <cp:lastPrinted>2023-12-27T01:57:00Z</cp:lastPrinted>
  <dcterms:created xsi:type="dcterms:W3CDTF">2023-08-08T03:48:00Z</dcterms:created>
  <dcterms:modified xsi:type="dcterms:W3CDTF">2026-10-13T04:22:52Z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defa4170-0d19-0005-0004-bc88714345d2_Enabled">
    <vt:lpwstr>true</vt:lpwstr>
  </property>
  <property fmtid="{D5CDD505-2E9C-101B-9397-08002B2CF9AE}" pid="3" name="MSIP_Label_defa4170-0d19-0005-0004-bc88714345d2_SetDate">
    <vt:lpwstr>2023-08-08T11:43:03Z</vt:lpwstr>
  </property>
  <property fmtid="{D5CDD505-2E9C-101B-9397-08002B2CF9AE}" pid="4" name="MSIP_Label_defa4170-0d19-0005-0004-bc88714345d2_Method">
    <vt:lpwstr>Standard</vt:lpwstr>
  </property>
  <property fmtid="{D5CDD505-2E9C-101B-9397-08002B2CF9AE}" pid="5" name="MSIP_Label_defa4170-0d19-0005-0004-bc88714345d2_Name">
    <vt:lpwstr>defa4170-0d19-0005-0004-bc88714345d2</vt:lpwstr>
  </property>
  <property fmtid="{D5CDD505-2E9C-101B-9397-08002B2CF9AE}" pid="6" name="MSIP_Label_defa4170-0d19-0005-0004-bc88714345d2_SiteId">
    <vt:lpwstr>036899f8-ac9f-429d-84d0-69e9dd6bdae5</vt:lpwstr>
  </property>
  <property fmtid="{D5CDD505-2E9C-101B-9397-08002B2CF9AE}" pid="7" name="MSIP_Label_defa4170-0d19-0005-0004-bc88714345d2_ActionId">
    <vt:lpwstr>ee72a353-f99c-4256-a44c-0f8ac51b33fe</vt:lpwstr>
  </property>
  <property fmtid="{D5CDD505-2E9C-101B-9397-08002B2CF9AE}" pid="8" name="MSIP_Label_defa4170-0d19-0005-0004-bc88714345d2_ContentBits">
    <vt:lpwstr>0</vt:lpwstr>
  </property>
  <property fmtid="{D5CDD505-2E9C-101B-9397-08002B2CF9AE}" pid="9" name="ICV">
    <vt:lpwstr>3249E10EE9B044FEAC96AF5C948BAE9E_12</vt:lpwstr>
  </property>
  <property fmtid="{D5CDD505-2E9C-101B-9397-08002B2CF9AE}" pid="10" name="KSOProductBuildVer">
    <vt:lpwstr>1033-12.2.0.22549</vt:lpwstr>
  </property>
</Properties>
</file>